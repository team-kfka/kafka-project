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TDTD와이드" charset="1" panose="00000500000000000000"/>
      <p:regular r:id="rId36"/>
    </p:embeddedFont>
    <p:embeddedFont>
      <p:font typeface="IBM Plex Sans KR Semi-Bold" charset="1" panose="020B0703050203000203"/>
      <p:regular r:id="rId37"/>
    </p:embeddedFont>
    <p:embeddedFont>
      <p:font typeface="Arimo Bold" charset="1" panose="020B0704020202020204"/>
      <p:regular r:id="rId38"/>
    </p:embeddedFont>
    <p:embeddedFont>
      <p:font typeface="Noto Sans Kr Bold" charset="1" panose="020B0200000000000000"/>
      <p:regular r:id="rId39"/>
    </p:embeddedFont>
    <p:embeddedFont>
      <p:font typeface="IBM Plex Sans KR" charset="1" panose="020B0503050203000203"/>
      <p:regular r:id="rId40"/>
    </p:embeddedFont>
    <p:embeddedFont>
      <p:font typeface="IBM Plex Sans KR Bold" charset="1" panose="020B0803050203000203"/>
      <p:regular r:id="rId41"/>
    </p:embeddedFont>
    <p:embeddedFont>
      <p:font typeface="Noto Sans Kr" charset="1" panose="020B020000000000000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Relationship Id="rId5" Target="../media/image16.jpeg" Type="http://schemas.openxmlformats.org/officeDocument/2006/relationships/image"/><Relationship Id="rId6" Target="../media/image17.jpeg" Type="http://schemas.openxmlformats.org/officeDocument/2006/relationships/image"/><Relationship Id="rId7" Target="../media/image18.jpeg" Type="http://schemas.openxmlformats.org/officeDocument/2006/relationships/image"/><Relationship Id="rId8" Target="../media/image19.jpeg" Type="http://schemas.openxmlformats.org/officeDocument/2006/relationships/image"/><Relationship Id="rId9" Target="../media/image20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jpeg" Type="http://schemas.openxmlformats.org/officeDocument/2006/relationships/image"/><Relationship Id="rId4" Target="../media/image23.jpeg" Type="http://schemas.openxmlformats.org/officeDocument/2006/relationships/image"/><Relationship Id="rId5" Target="../media/image24.jpeg" Type="http://schemas.openxmlformats.org/officeDocument/2006/relationships/image"/><Relationship Id="rId6" Target="../media/image25.jpeg" Type="http://schemas.openxmlformats.org/officeDocument/2006/relationships/image"/><Relationship Id="rId7" Target="../media/image26.jpeg" Type="http://schemas.openxmlformats.org/officeDocument/2006/relationships/image"/><Relationship Id="rId8" Target="../media/image27.jpeg" Type="http://schemas.openxmlformats.org/officeDocument/2006/relationships/image"/><Relationship Id="rId9" Target="../media/image28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30.jpeg" Type="http://schemas.openxmlformats.org/officeDocument/2006/relationships/image"/><Relationship Id="rId4" Target="../media/image31.jpeg" Type="http://schemas.openxmlformats.org/officeDocument/2006/relationships/image"/><Relationship Id="rId5" Target="../media/image32.jpeg" Type="http://schemas.openxmlformats.org/officeDocument/2006/relationships/image"/><Relationship Id="rId6" Target="../media/image33.jpeg" Type="http://schemas.openxmlformats.org/officeDocument/2006/relationships/image"/><Relationship Id="rId7" Target="../media/image34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png" Type="http://schemas.openxmlformats.org/officeDocument/2006/relationships/image"/><Relationship Id="rId12" Target="../media/image46.png" Type="http://schemas.openxmlformats.org/officeDocument/2006/relationships/image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hyundaimotorgroup.com/ko/story/CONT0000000000123963" TargetMode="External" Type="http://schemas.openxmlformats.org/officeDocument/2006/relationships/hyperlink"/><Relationship Id="rId2" Target="https://www.newspim.com/news/view/20260629001224" TargetMode="External" Type="http://schemas.openxmlformats.org/officeDocument/2006/relationships/hyperlink"/><Relationship Id="rId3" Target="https://www.newspim.com/news/view/20260629001224" TargetMode="External" Type="http://schemas.openxmlformats.org/officeDocument/2006/relationships/hyperlink"/><Relationship Id="rId4" Target="https://www.irobotnews.com/news/articleView.html?idxno=45407" TargetMode="External" Type="http://schemas.openxmlformats.org/officeDocument/2006/relationships/hyperlink"/><Relationship Id="rId5" Target="https://www.koreajoongangdaily.com/business/actuators-become-new-battleground-in-humanoid-robot-race/12288658" TargetMode="External" Type="http://schemas.openxmlformats.org/officeDocument/2006/relationships/hyperlink"/><Relationship Id="rId6" Target="https://www.fnnews.com/news/202605191034186316" TargetMode="External" Type="http://schemas.openxmlformats.org/officeDocument/2006/relationships/hyperlink"/><Relationship Id="rId7" Target="https://www.ddaily.co.kr/page/view/2026070818231689447" TargetMode="External" Type="http://schemas.openxmlformats.org/officeDocument/2006/relationships/hyperlink"/><Relationship Id="rId8" Target="https://english.pudong.gov.cn/2026-01/29/c_1157935.htm" TargetMode="External" Type="http://schemas.openxmlformats.org/officeDocument/2006/relationships/hyperlink"/><Relationship Id="rId9" Target="https://mobile.chinadaily.com.cn/html5/2026-04/07/content_013_69d40791ed50be540e72de7e.htm" TargetMode="External" Type="http://schemas.openxmlformats.org/officeDocument/2006/relationships/hyperlink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youtube.com/watch?v=oL0mSa4wGnI" TargetMode="External" Type="http://schemas.openxmlformats.org/officeDocument/2006/relationships/hyperlink"/><Relationship Id="rId11" Target="https://en.bonsystems.com/product/reducer/cycloidal-reducer-bsr-series/" TargetMode="External" Type="http://schemas.openxmlformats.org/officeDocument/2006/relationships/hyperlink"/><Relationship Id="rId12" Target="https://www.chinesestandard.net/PDF-EN/GBT43200-2023EN-P08P-H6686H-281170.pdf" TargetMode="External" Type="http://schemas.openxmlformats.org/officeDocument/2006/relationships/hyperlink"/><Relationship Id="rId13" Target="https://www.marketresearch.com/LP-Information-Inc-v4134/" TargetMode="External" Type="http://schemas.openxmlformats.org/officeDocument/2006/relationships/hyperlink"/><Relationship Id="rId14" Target="https://www.irobotnews.com/news/articleView.html?idxno=45407" TargetMode="External" Type="http://schemas.openxmlformats.org/officeDocument/2006/relationships/hyperlink"/><Relationship Id="rId15" Target="https://www.globaloring.com/oil-seal-installation-guide/" TargetMode="External" Type="http://schemas.openxmlformats.org/officeDocument/2006/relationships/hyperlink"/><Relationship Id="rId2" Target="https://kr.misumi-ec.com/tech-info/categories/machine_design/md05/g0041.html" TargetMode="External" Type="http://schemas.openxmlformats.org/officeDocument/2006/relationships/hyperlink"/><Relationship Id="rId3" Target="https://kr.misumi-ec.com/tech-info/categories/machine_design/md05/g0041.html" TargetMode="External" Type="http://schemas.openxmlformats.org/officeDocument/2006/relationships/hyperlink"/><Relationship Id="rId4" Target="https://kr.misumi-ec.com/tech-info/categories/technical_data/td01/a0198.html" TargetMode="External" Type="http://schemas.openxmlformats.org/officeDocument/2006/relationships/hyperlink"/><Relationship Id="rId5" Target="https://kr.misumi-ec.com/tech-info/categories/technical_data/td01/a0198.html" TargetMode="External" Type="http://schemas.openxmlformats.org/officeDocument/2006/relationships/hyperlink"/><Relationship Id="rId6" Target="https://www.controleng.com/high-resolution-monitoring-speeds-bearing-press-fitting" TargetMode="External" Type="http://schemas.openxmlformats.org/officeDocument/2006/relationships/hyperlink"/><Relationship Id="rId7" Target="https://en.nabtesco.de/fileadmin/05_downloads/01_betriebsanleitungen/RV-E_C_Original_series_Operation_Manual.pdf" TargetMode="External" Type="http://schemas.openxmlformats.org/officeDocument/2006/relationships/hyperlink"/><Relationship Id="rId8" Target="https://www.globaloring.com/oil-seal-installation-guide/" TargetMode="External" Type="http://schemas.openxmlformats.org/officeDocument/2006/relationships/hyperlink"/><Relationship Id="rId9" Target="https://youtu.be/VtlmBDTg52Y" TargetMode="External" Type="http://schemas.openxmlformats.org/officeDocument/2006/relationships/hyperlink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2775552"/>
            <a:ext cx="7829912" cy="474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9"/>
              </a:lnSpc>
            </a:pPr>
            <a:r>
              <a:rPr lang="en-US" sz="9999">
                <a:solidFill>
                  <a:srgbClr val="F6F8FB"/>
                </a:solidFill>
                <a:latin typeface="TDTD와이드"/>
                <a:ea typeface="TDTD와이드"/>
                <a:cs typeface="TDTD와이드"/>
                <a:sym typeface="TDTD와이드"/>
              </a:rPr>
              <a:t>프로젝트</a:t>
            </a:r>
          </a:p>
          <a:p>
            <a:pPr algn="l">
              <a:lnSpc>
                <a:spcPts val="1957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455073" y="3085271"/>
            <a:ext cx="11311706" cy="3780514"/>
          </a:xfrm>
          <a:custGeom>
            <a:avLst/>
            <a:gdLst/>
            <a:ahLst/>
            <a:cxnLst/>
            <a:rect r="r" b="b" t="t" l="l"/>
            <a:pathLst>
              <a:path h="3780514" w="11311706">
                <a:moveTo>
                  <a:pt x="0" y="0"/>
                </a:moveTo>
                <a:lnTo>
                  <a:pt x="11311706" y="0"/>
                </a:lnTo>
                <a:lnTo>
                  <a:pt x="11311706" y="3780515"/>
                </a:lnTo>
                <a:lnTo>
                  <a:pt x="0" y="37805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1" t="0" r="-131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219200" y="4157301"/>
            <a:ext cx="7829912" cy="474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9"/>
              </a:lnSpc>
            </a:pPr>
            <a:r>
              <a:rPr lang="en-US" sz="9999">
                <a:solidFill>
                  <a:srgbClr val="F6F8FB"/>
                </a:solidFill>
                <a:latin typeface="TDTD와이드"/>
                <a:ea typeface="TDTD와이드"/>
                <a:cs typeface="TDTD와이드"/>
                <a:sym typeface="TDTD와이드"/>
              </a:rPr>
              <a:t>기획발표</a:t>
            </a:r>
          </a:p>
          <a:p>
            <a:pPr algn="l">
              <a:lnSpc>
                <a:spcPts val="195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265568"/>
            <a:ext cx="411299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7FB5EE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1차 프로젝트 기획 발표 · 2026.10.16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200" y="8713699"/>
            <a:ext cx="1875634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6F8FB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Team KAFKA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6940925"/>
            <a:ext cx="626457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 spc="199">
                <a:solidFill>
                  <a:srgbClr val="7FB5EE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로봇 액추에이터 감속기 조립·검사 자동화 라인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2946" y="2619899"/>
            <a:ext cx="916206" cy="93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1"/>
              </a:lnSpc>
            </a:pPr>
            <a:r>
              <a:rPr lang="en-US" sz="5343" b="true">
                <a:solidFill>
                  <a:srgbClr val="1976D2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50952" y="2680979"/>
            <a:ext cx="7126048" cy="93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1"/>
              </a:lnSpc>
            </a:pPr>
            <a:r>
              <a:rPr lang="en-US" sz="5343" b="true">
                <a:solidFill>
                  <a:srgbClr val="10233D"/>
                </a:solidFill>
                <a:latin typeface="Arimo Bold"/>
                <a:ea typeface="Arimo Bold"/>
                <a:cs typeface="Arimo Bold"/>
                <a:sym typeface="Arimo Bold"/>
              </a:rPr>
              <a:t>팀 소개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32946" y="3619210"/>
            <a:ext cx="8144055" cy="20360"/>
            <a:chOff x="0" y="0"/>
            <a:chExt cx="10160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00" cy="25400"/>
            </a:xfrm>
            <a:custGeom>
              <a:avLst/>
              <a:gdLst/>
              <a:ahLst/>
              <a:cxnLst/>
              <a:rect r="r" b="b" t="t" l="l"/>
              <a:pathLst>
                <a:path h="254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5DEE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16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32946" y="3943308"/>
            <a:ext cx="916206" cy="93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1"/>
              </a:lnSpc>
            </a:pPr>
            <a:r>
              <a:rPr lang="en-US" sz="5343" b="true">
                <a:solidFill>
                  <a:srgbClr val="1976D2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0952" y="4004388"/>
            <a:ext cx="7126048" cy="93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1"/>
              </a:lnSpc>
            </a:pPr>
            <a:r>
              <a:rPr lang="en-US" sz="5343" b="true">
                <a:solidFill>
                  <a:srgbClr val="10233D"/>
                </a:solidFill>
                <a:latin typeface="Arimo Bold"/>
                <a:ea typeface="Arimo Bold"/>
                <a:cs typeface="Arimo Bold"/>
                <a:sym typeface="Arimo Bold"/>
              </a:rPr>
              <a:t>주제 선정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32946" y="4942618"/>
            <a:ext cx="8144055" cy="20360"/>
            <a:chOff x="0" y="0"/>
            <a:chExt cx="10160000" cy="25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60000" cy="25400"/>
            </a:xfrm>
            <a:custGeom>
              <a:avLst/>
              <a:gdLst/>
              <a:ahLst/>
              <a:cxnLst/>
              <a:rect r="r" b="b" t="t" l="l"/>
              <a:pathLst>
                <a:path h="254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5DEE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6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32946" y="5266716"/>
            <a:ext cx="916206" cy="93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1"/>
              </a:lnSpc>
            </a:pPr>
            <a:r>
              <a:rPr lang="en-US" sz="5343" b="true">
                <a:solidFill>
                  <a:srgbClr val="1976D2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0952" y="5327797"/>
            <a:ext cx="7126048" cy="93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1"/>
              </a:lnSpc>
            </a:pPr>
            <a:r>
              <a:rPr lang="en-US" sz="5343" b="true">
                <a:solidFill>
                  <a:srgbClr val="10233D"/>
                </a:solidFill>
                <a:latin typeface="Arimo Bold"/>
                <a:ea typeface="Arimo Bold"/>
                <a:cs typeface="Arimo Bold"/>
                <a:sym typeface="Arimo Bold"/>
              </a:rPr>
              <a:t>현행 공정 분석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32946" y="6266027"/>
            <a:ext cx="8144055" cy="20360"/>
            <a:chOff x="0" y="0"/>
            <a:chExt cx="10160000" cy="25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60000" cy="25400"/>
            </a:xfrm>
            <a:custGeom>
              <a:avLst/>
              <a:gdLst/>
              <a:ahLst/>
              <a:cxnLst/>
              <a:rect r="r" b="b" t="t" l="l"/>
              <a:pathLst>
                <a:path h="254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5DEE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16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32946" y="6590125"/>
            <a:ext cx="916206" cy="93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1"/>
              </a:lnSpc>
            </a:pPr>
            <a:r>
              <a:rPr lang="en-US" sz="5343" b="true">
                <a:solidFill>
                  <a:srgbClr val="1976D2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50952" y="6651206"/>
            <a:ext cx="7126048" cy="93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1"/>
              </a:lnSpc>
            </a:pPr>
            <a:r>
              <a:rPr lang="en-US" sz="5343" b="true">
                <a:solidFill>
                  <a:srgbClr val="10233D"/>
                </a:solidFill>
                <a:latin typeface="Arimo Bold"/>
                <a:ea typeface="Arimo Bold"/>
                <a:cs typeface="Arimo Bold"/>
                <a:sym typeface="Arimo Bold"/>
              </a:rPr>
              <a:t>자동화 라인 설계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32946" y="7589436"/>
            <a:ext cx="8144055" cy="20360"/>
            <a:chOff x="0" y="0"/>
            <a:chExt cx="10160000" cy="25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60000" cy="25400"/>
            </a:xfrm>
            <a:custGeom>
              <a:avLst/>
              <a:gdLst/>
              <a:ahLst/>
              <a:cxnLst/>
              <a:rect r="r" b="b" t="t" l="l"/>
              <a:pathLst>
                <a:path h="254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5DEE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16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428525" y="2619899"/>
            <a:ext cx="916206" cy="93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1"/>
              </a:lnSpc>
            </a:pPr>
            <a:r>
              <a:rPr lang="en-US" sz="5343" b="true">
                <a:solidFill>
                  <a:srgbClr val="1976D2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46532" y="2680979"/>
            <a:ext cx="7126048" cy="93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1"/>
              </a:lnSpc>
            </a:pPr>
            <a:r>
              <a:rPr lang="en-US" sz="5343" b="true">
                <a:solidFill>
                  <a:srgbClr val="10233D"/>
                </a:solidFill>
                <a:latin typeface="Arimo Bold"/>
                <a:ea typeface="Arimo Bold"/>
                <a:cs typeface="Arimo Bold"/>
                <a:sym typeface="Arimo Bold"/>
              </a:rPr>
              <a:t>레이아웃 설계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28525" y="3619210"/>
            <a:ext cx="8144055" cy="20360"/>
            <a:chOff x="0" y="0"/>
            <a:chExt cx="10160000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60000" cy="25400"/>
            </a:xfrm>
            <a:custGeom>
              <a:avLst/>
              <a:gdLst/>
              <a:ahLst/>
              <a:cxnLst/>
              <a:rect r="r" b="b" t="t" l="l"/>
              <a:pathLst>
                <a:path h="254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5DEE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16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428525" y="3943308"/>
            <a:ext cx="916206" cy="93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1"/>
              </a:lnSpc>
            </a:pPr>
            <a:r>
              <a:rPr lang="en-US" sz="5343" b="true">
                <a:solidFill>
                  <a:srgbClr val="1976D2"/>
                </a:solidFill>
                <a:latin typeface="Arimo Bold"/>
                <a:ea typeface="Arimo Bold"/>
                <a:cs typeface="Arimo Bold"/>
                <a:sym typeface="Arimo Bold"/>
              </a:rPr>
              <a:t>06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46532" y="4004388"/>
            <a:ext cx="7126048" cy="93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1"/>
              </a:lnSpc>
            </a:pPr>
            <a:r>
              <a:rPr lang="en-US" sz="5343" b="true">
                <a:solidFill>
                  <a:srgbClr val="10233D"/>
                </a:solidFill>
                <a:latin typeface="Arimo Bold"/>
                <a:ea typeface="Arimo Bold"/>
                <a:cs typeface="Arimo Bold"/>
                <a:sym typeface="Arimo Bold"/>
              </a:rPr>
              <a:t>해석 기획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428525" y="4942618"/>
            <a:ext cx="8144055" cy="20360"/>
            <a:chOff x="0" y="0"/>
            <a:chExt cx="10160000" cy="25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60000" cy="25400"/>
            </a:xfrm>
            <a:custGeom>
              <a:avLst/>
              <a:gdLst/>
              <a:ahLst/>
              <a:cxnLst/>
              <a:rect r="r" b="b" t="t" l="l"/>
              <a:pathLst>
                <a:path h="254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5DEE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16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428525" y="5266716"/>
            <a:ext cx="916206" cy="93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1"/>
              </a:lnSpc>
            </a:pPr>
            <a:r>
              <a:rPr lang="en-US" sz="5343" b="true">
                <a:solidFill>
                  <a:srgbClr val="1976D2"/>
                </a:solidFill>
                <a:latin typeface="Arimo Bold"/>
                <a:ea typeface="Arimo Bold"/>
                <a:cs typeface="Arimo Bold"/>
                <a:sym typeface="Arimo Bold"/>
              </a:rPr>
              <a:t>07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446532" y="5327797"/>
            <a:ext cx="7126048" cy="93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1"/>
              </a:lnSpc>
            </a:pPr>
            <a:r>
              <a:rPr lang="en-US" sz="5343" b="true">
                <a:solidFill>
                  <a:srgbClr val="10233D"/>
                </a:solidFill>
                <a:latin typeface="Arimo Bold"/>
                <a:ea typeface="Arimo Bold"/>
                <a:cs typeface="Arimo Bold"/>
                <a:sym typeface="Arimo Bold"/>
              </a:rPr>
              <a:t>구현 범위와 일정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428525" y="6266027"/>
            <a:ext cx="8144055" cy="20360"/>
            <a:chOff x="0" y="0"/>
            <a:chExt cx="10160000" cy="25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160000" cy="25400"/>
            </a:xfrm>
            <a:custGeom>
              <a:avLst/>
              <a:gdLst/>
              <a:ahLst/>
              <a:cxnLst/>
              <a:rect r="r" b="b" t="t" l="l"/>
              <a:pathLst>
                <a:path h="254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5DEE9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16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428525" y="6590125"/>
            <a:ext cx="916206" cy="93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1"/>
              </a:lnSpc>
            </a:pPr>
            <a:r>
              <a:rPr lang="en-US" sz="5343" b="true">
                <a:solidFill>
                  <a:srgbClr val="1976D2"/>
                </a:solidFill>
                <a:latin typeface="Arimo Bold"/>
                <a:ea typeface="Arimo Bold"/>
                <a:cs typeface="Arimo Bold"/>
                <a:sym typeface="Arimo Bold"/>
              </a:rPr>
              <a:t>08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446532" y="6651206"/>
            <a:ext cx="7126048" cy="93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1"/>
              </a:lnSpc>
            </a:pPr>
            <a:r>
              <a:rPr lang="en-US" sz="5343" b="true">
                <a:solidFill>
                  <a:srgbClr val="10233D"/>
                </a:solidFill>
                <a:latin typeface="Arimo Bold"/>
                <a:ea typeface="Arimo Bold"/>
                <a:cs typeface="Arimo Bold"/>
                <a:sym typeface="Arimo Bold"/>
              </a:rPr>
              <a:t>출처 · Q&amp;A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428525" y="7589436"/>
            <a:ext cx="8144055" cy="20360"/>
            <a:chOff x="0" y="0"/>
            <a:chExt cx="10160000" cy="25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160000" cy="25400"/>
            </a:xfrm>
            <a:custGeom>
              <a:avLst/>
              <a:gdLst/>
              <a:ahLst/>
              <a:cxnLst/>
              <a:rect r="r" b="b" t="t" l="l"/>
              <a:pathLst>
                <a:path h="254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5DEE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16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7607079" y="323970"/>
            <a:ext cx="2279549" cy="1663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56"/>
              </a:lnSpc>
            </a:pPr>
            <a:r>
              <a:rPr lang="en-US" sz="9754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목차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163800" y="9380868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0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8F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49469" y="4057650"/>
            <a:ext cx="13106400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00"/>
              </a:lnSpc>
              <a:spcBef>
                <a:spcPct val="0"/>
              </a:spcBef>
            </a:pPr>
            <a:r>
              <a:rPr lang="en-US" sz="15000">
                <a:solidFill>
                  <a:srgbClr val="10233D"/>
                </a:solidFill>
                <a:latin typeface="TDTD와이드"/>
                <a:ea typeface="TDTD와이드"/>
                <a:cs typeface="TDTD와이드"/>
                <a:sym typeface="TDTD와이드"/>
              </a:rPr>
              <a:t>팀 소개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32131" y="3476988"/>
            <a:ext cx="3333024" cy="3333024"/>
            <a:chOff x="0" y="0"/>
            <a:chExt cx="3048000" cy="304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1524000"/>
                  </a:moveTo>
                  <a:cubicBezTo>
                    <a:pt x="0" y="2365682"/>
                    <a:pt x="682318" y="3048000"/>
                    <a:pt x="1524000" y="3048000"/>
                  </a:cubicBezTo>
                  <a:cubicBezTo>
                    <a:pt x="2365682" y="3048000"/>
                    <a:pt x="3048000" y="2365682"/>
                    <a:pt x="3048000" y="1524000"/>
                  </a:cubicBezTo>
                  <a:cubicBezTo>
                    <a:pt x="3048000" y="682318"/>
                    <a:pt x="2365682" y="0"/>
                    <a:pt x="1524000" y="0"/>
                  </a:cubicBezTo>
                  <a:cubicBezTo>
                    <a:pt x="682318" y="0"/>
                    <a:pt x="0" y="682318"/>
                    <a:pt x="0" y="1524000"/>
                  </a:cubicBez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48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426455" y="6211667"/>
            <a:ext cx="13106400" cy="28575"/>
            <a:chOff x="0" y="0"/>
            <a:chExt cx="174752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475200" cy="38100"/>
            </a:xfrm>
            <a:custGeom>
              <a:avLst/>
              <a:gdLst/>
              <a:ahLst/>
              <a:cxnLst/>
              <a:rect r="r" b="b" t="t" l="l"/>
              <a:pathLst>
                <a:path h="38100" w="17475200">
                  <a:moveTo>
                    <a:pt x="0" y="0"/>
                  </a:moveTo>
                  <a:lnTo>
                    <a:pt x="17475200" y="0"/>
                  </a:lnTo>
                  <a:lnTo>
                    <a:pt x="17475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4752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55643" y="4210050"/>
            <a:ext cx="228600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00"/>
              </a:lnSpc>
              <a:spcBef>
                <a:spcPct val="0"/>
              </a:spcBef>
            </a:pPr>
            <a:r>
              <a:rPr lang="en-US" sz="12000" strike="noStrike" u="none">
                <a:solidFill>
                  <a:srgbClr val="FFFFFF"/>
                </a:solidFill>
                <a:latin typeface="TDTD와이드"/>
                <a:ea typeface="TDTD와이드"/>
                <a:cs typeface="TDTD와이드"/>
                <a:sym typeface="TDTD와이드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999168"/>
            <a:ext cx="65418" cy="1221139"/>
            <a:chOff x="0" y="0"/>
            <a:chExt cx="57150" cy="1066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50" cy="1066800"/>
            </a:xfrm>
            <a:custGeom>
              <a:avLst/>
              <a:gdLst/>
              <a:ahLst/>
              <a:cxnLst/>
              <a:rect r="r" b="b" t="t" l="l"/>
              <a:pathLst>
                <a:path h="1066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1976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860672"/>
            <a:ext cx="3568919" cy="4526600"/>
            <a:chOff x="0" y="0"/>
            <a:chExt cx="3117850" cy="39544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8326" y="91408"/>
              <a:ext cx="2981198" cy="3771676"/>
            </a:xfrm>
            <a:custGeom>
              <a:avLst/>
              <a:gdLst/>
              <a:ahLst/>
              <a:cxnLst/>
              <a:rect r="r" b="b" t="t" l="l"/>
              <a:pathLst>
                <a:path h="3771676" w="2981198">
                  <a:moveTo>
                    <a:pt x="0" y="3574248"/>
                  </a:moveTo>
                  <a:lnTo>
                    <a:pt x="0" y="197427"/>
                  </a:lnTo>
                  <a:cubicBezTo>
                    <a:pt x="0" y="184514"/>
                    <a:pt x="889" y="171602"/>
                    <a:pt x="2794" y="158859"/>
                  </a:cubicBezTo>
                  <a:cubicBezTo>
                    <a:pt x="4699" y="146116"/>
                    <a:pt x="7493" y="133713"/>
                    <a:pt x="11176" y="121820"/>
                  </a:cubicBezTo>
                  <a:cubicBezTo>
                    <a:pt x="14859" y="109927"/>
                    <a:pt x="19431" y="98374"/>
                    <a:pt x="24765" y="87670"/>
                  </a:cubicBezTo>
                  <a:cubicBezTo>
                    <a:pt x="30099" y="76966"/>
                    <a:pt x="36322" y="66942"/>
                    <a:pt x="43180" y="57767"/>
                  </a:cubicBezTo>
                  <a:cubicBezTo>
                    <a:pt x="50038" y="48592"/>
                    <a:pt x="57531" y="40437"/>
                    <a:pt x="65532" y="33131"/>
                  </a:cubicBezTo>
                  <a:cubicBezTo>
                    <a:pt x="73533" y="25825"/>
                    <a:pt x="82042" y="19878"/>
                    <a:pt x="91059" y="14951"/>
                  </a:cubicBezTo>
                  <a:cubicBezTo>
                    <a:pt x="100076" y="10024"/>
                    <a:pt x="109220" y="6286"/>
                    <a:pt x="118745" y="3738"/>
                  </a:cubicBezTo>
                  <a:cubicBezTo>
                    <a:pt x="128270" y="1189"/>
                    <a:pt x="137795" y="0"/>
                    <a:pt x="147574" y="0"/>
                  </a:cubicBezTo>
                  <a:lnTo>
                    <a:pt x="2833624" y="0"/>
                  </a:lnTo>
                  <a:cubicBezTo>
                    <a:pt x="2843276" y="0"/>
                    <a:pt x="2852928" y="1189"/>
                    <a:pt x="2862453" y="3738"/>
                  </a:cubicBezTo>
                  <a:cubicBezTo>
                    <a:pt x="2871978" y="6286"/>
                    <a:pt x="2881249" y="10024"/>
                    <a:pt x="2890139" y="14951"/>
                  </a:cubicBezTo>
                  <a:cubicBezTo>
                    <a:pt x="2899029" y="19878"/>
                    <a:pt x="2907665" y="25995"/>
                    <a:pt x="2915666" y="33131"/>
                  </a:cubicBezTo>
                  <a:cubicBezTo>
                    <a:pt x="2923667" y="40267"/>
                    <a:pt x="2931160" y="48592"/>
                    <a:pt x="2938018" y="57767"/>
                  </a:cubicBezTo>
                  <a:cubicBezTo>
                    <a:pt x="2944876" y="66942"/>
                    <a:pt x="2950972" y="76966"/>
                    <a:pt x="2956433" y="87670"/>
                  </a:cubicBezTo>
                  <a:cubicBezTo>
                    <a:pt x="2961894" y="98374"/>
                    <a:pt x="2966339" y="109757"/>
                    <a:pt x="2970022" y="121820"/>
                  </a:cubicBezTo>
                  <a:cubicBezTo>
                    <a:pt x="2973705" y="133883"/>
                    <a:pt x="2976499" y="146116"/>
                    <a:pt x="2978404" y="158859"/>
                  </a:cubicBezTo>
                  <a:cubicBezTo>
                    <a:pt x="2980309" y="171602"/>
                    <a:pt x="2981198" y="184344"/>
                    <a:pt x="2981198" y="197427"/>
                  </a:cubicBezTo>
                  <a:lnTo>
                    <a:pt x="2981198" y="3574248"/>
                  </a:lnTo>
                  <a:cubicBezTo>
                    <a:pt x="2981198" y="3587161"/>
                    <a:pt x="2980309" y="3600074"/>
                    <a:pt x="2978404" y="3612816"/>
                  </a:cubicBezTo>
                  <a:cubicBezTo>
                    <a:pt x="2976499" y="3625559"/>
                    <a:pt x="2973705" y="3637962"/>
                    <a:pt x="2970022" y="3649855"/>
                  </a:cubicBezTo>
                  <a:cubicBezTo>
                    <a:pt x="2966339" y="3661748"/>
                    <a:pt x="2961767" y="3673302"/>
                    <a:pt x="2956433" y="3684006"/>
                  </a:cubicBezTo>
                  <a:cubicBezTo>
                    <a:pt x="2951099" y="3694709"/>
                    <a:pt x="2944876" y="3704734"/>
                    <a:pt x="2938018" y="3713909"/>
                  </a:cubicBezTo>
                  <a:cubicBezTo>
                    <a:pt x="2931160" y="3723083"/>
                    <a:pt x="2923667" y="3731239"/>
                    <a:pt x="2915666" y="3738544"/>
                  </a:cubicBezTo>
                  <a:cubicBezTo>
                    <a:pt x="2907665" y="3745850"/>
                    <a:pt x="2899156" y="3751797"/>
                    <a:pt x="2890139" y="3756724"/>
                  </a:cubicBezTo>
                  <a:cubicBezTo>
                    <a:pt x="2881122" y="3761651"/>
                    <a:pt x="2871978" y="3765389"/>
                    <a:pt x="2862453" y="3767937"/>
                  </a:cubicBezTo>
                  <a:cubicBezTo>
                    <a:pt x="2852928" y="3770486"/>
                    <a:pt x="2843403" y="3771676"/>
                    <a:pt x="2833624" y="3771676"/>
                  </a:cubicBezTo>
                  <a:lnTo>
                    <a:pt x="147574" y="3771676"/>
                  </a:lnTo>
                  <a:cubicBezTo>
                    <a:pt x="137922" y="3771676"/>
                    <a:pt x="128270" y="3770486"/>
                    <a:pt x="118745" y="3767937"/>
                  </a:cubicBezTo>
                  <a:cubicBezTo>
                    <a:pt x="109220" y="3765389"/>
                    <a:pt x="99949" y="3761651"/>
                    <a:pt x="91059" y="3756724"/>
                  </a:cubicBezTo>
                  <a:cubicBezTo>
                    <a:pt x="82169" y="3751797"/>
                    <a:pt x="73533" y="3745680"/>
                    <a:pt x="65532" y="3738544"/>
                  </a:cubicBezTo>
                  <a:cubicBezTo>
                    <a:pt x="57531" y="3731409"/>
                    <a:pt x="50038" y="3723083"/>
                    <a:pt x="43180" y="3713909"/>
                  </a:cubicBezTo>
                  <a:cubicBezTo>
                    <a:pt x="36322" y="3704734"/>
                    <a:pt x="30226" y="3694709"/>
                    <a:pt x="24765" y="3684006"/>
                  </a:cubicBezTo>
                  <a:cubicBezTo>
                    <a:pt x="19304" y="3673302"/>
                    <a:pt x="14859" y="3661918"/>
                    <a:pt x="11176" y="3649855"/>
                  </a:cubicBezTo>
                  <a:cubicBezTo>
                    <a:pt x="7493" y="3637792"/>
                    <a:pt x="4699" y="3625559"/>
                    <a:pt x="2794" y="3612816"/>
                  </a:cubicBezTo>
                  <a:cubicBezTo>
                    <a:pt x="889" y="3600074"/>
                    <a:pt x="0" y="3587331"/>
                    <a:pt x="0" y="3574248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84951"/>
              <a:ext cx="2990723" cy="3784419"/>
            </a:xfrm>
            <a:custGeom>
              <a:avLst/>
              <a:gdLst/>
              <a:ahLst/>
              <a:cxnLst/>
              <a:rect r="r" b="b" t="t" l="l"/>
              <a:pathLst>
                <a:path h="3784419" w="2990723">
                  <a:moveTo>
                    <a:pt x="0" y="3580705"/>
                  </a:moveTo>
                  <a:lnTo>
                    <a:pt x="0" y="203884"/>
                  </a:lnTo>
                  <a:lnTo>
                    <a:pt x="4826" y="203884"/>
                  </a:lnTo>
                  <a:lnTo>
                    <a:pt x="0" y="203884"/>
                  </a:lnTo>
                  <a:cubicBezTo>
                    <a:pt x="0" y="190462"/>
                    <a:pt x="1016" y="177209"/>
                    <a:pt x="2921" y="164127"/>
                  </a:cubicBezTo>
                  <a:lnTo>
                    <a:pt x="7620" y="165316"/>
                  </a:lnTo>
                  <a:lnTo>
                    <a:pt x="2921" y="164127"/>
                  </a:lnTo>
                  <a:cubicBezTo>
                    <a:pt x="4826" y="151044"/>
                    <a:pt x="7747" y="138301"/>
                    <a:pt x="11557" y="125899"/>
                  </a:cubicBezTo>
                  <a:cubicBezTo>
                    <a:pt x="15367" y="113496"/>
                    <a:pt x="20066" y="101772"/>
                    <a:pt x="25654" y="90729"/>
                  </a:cubicBezTo>
                  <a:lnTo>
                    <a:pt x="29591" y="94297"/>
                  </a:lnTo>
                  <a:lnTo>
                    <a:pt x="25654" y="90729"/>
                  </a:lnTo>
                  <a:cubicBezTo>
                    <a:pt x="31242" y="79515"/>
                    <a:pt x="37592" y="69321"/>
                    <a:pt x="44577" y="59806"/>
                  </a:cubicBezTo>
                  <a:lnTo>
                    <a:pt x="48006" y="64394"/>
                  </a:lnTo>
                  <a:lnTo>
                    <a:pt x="44577" y="59806"/>
                  </a:lnTo>
                  <a:cubicBezTo>
                    <a:pt x="51689" y="50292"/>
                    <a:pt x="59309" y="41967"/>
                    <a:pt x="67691" y="34491"/>
                  </a:cubicBezTo>
                  <a:cubicBezTo>
                    <a:pt x="76073" y="27015"/>
                    <a:pt x="84836" y="20729"/>
                    <a:pt x="93980" y="15632"/>
                  </a:cubicBezTo>
                  <a:cubicBezTo>
                    <a:pt x="103251" y="10534"/>
                    <a:pt x="112776" y="6627"/>
                    <a:pt x="122555" y="4078"/>
                  </a:cubicBezTo>
                  <a:cubicBezTo>
                    <a:pt x="132461" y="1360"/>
                    <a:pt x="142367" y="0"/>
                    <a:pt x="152400" y="0"/>
                  </a:cubicBezTo>
                  <a:lnTo>
                    <a:pt x="152400" y="6457"/>
                  </a:lnTo>
                  <a:lnTo>
                    <a:pt x="152400" y="0"/>
                  </a:lnTo>
                  <a:lnTo>
                    <a:pt x="2838450" y="0"/>
                  </a:lnTo>
                  <a:lnTo>
                    <a:pt x="2838450" y="6457"/>
                  </a:lnTo>
                  <a:lnTo>
                    <a:pt x="2838450" y="0"/>
                  </a:lnTo>
                  <a:cubicBezTo>
                    <a:pt x="2848483" y="0"/>
                    <a:pt x="2858389" y="1360"/>
                    <a:pt x="2868168" y="3908"/>
                  </a:cubicBezTo>
                  <a:cubicBezTo>
                    <a:pt x="2877947" y="6457"/>
                    <a:pt x="2887472" y="10365"/>
                    <a:pt x="2896743" y="15462"/>
                  </a:cubicBezTo>
                  <a:lnTo>
                    <a:pt x="2894965" y="21408"/>
                  </a:lnTo>
                  <a:lnTo>
                    <a:pt x="2896743" y="15462"/>
                  </a:lnTo>
                  <a:cubicBezTo>
                    <a:pt x="2906014" y="20559"/>
                    <a:pt x="2914777" y="26845"/>
                    <a:pt x="2923032" y="34321"/>
                  </a:cubicBezTo>
                  <a:cubicBezTo>
                    <a:pt x="2931414" y="41797"/>
                    <a:pt x="2939034" y="50292"/>
                    <a:pt x="2946146" y="59636"/>
                  </a:cubicBezTo>
                  <a:lnTo>
                    <a:pt x="2942717" y="64224"/>
                  </a:lnTo>
                  <a:lnTo>
                    <a:pt x="2946146" y="59636"/>
                  </a:lnTo>
                  <a:cubicBezTo>
                    <a:pt x="2953258" y="69151"/>
                    <a:pt x="2959481" y="79345"/>
                    <a:pt x="2965069" y="90559"/>
                  </a:cubicBezTo>
                  <a:lnTo>
                    <a:pt x="2961132" y="94127"/>
                  </a:lnTo>
                  <a:lnTo>
                    <a:pt x="2965069" y="90559"/>
                  </a:lnTo>
                  <a:cubicBezTo>
                    <a:pt x="2970657" y="101772"/>
                    <a:pt x="2975356" y="113496"/>
                    <a:pt x="2979166" y="125729"/>
                  </a:cubicBezTo>
                  <a:cubicBezTo>
                    <a:pt x="2982976" y="138132"/>
                    <a:pt x="2985897" y="150874"/>
                    <a:pt x="2987802" y="163957"/>
                  </a:cubicBezTo>
                  <a:lnTo>
                    <a:pt x="2983103" y="165146"/>
                  </a:lnTo>
                  <a:lnTo>
                    <a:pt x="2987802" y="163957"/>
                  </a:lnTo>
                  <a:cubicBezTo>
                    <a:pt x="2989707" y="177039"/>
                    <a:pt x="2990723" y="190292"/>
                    <a:pt x="2990723" y="203714"/>
                  </a:cubicBezTo>
                  <a:lnTo>
                    <a:pt x="2985897" y="203714"/>
                  </a:lnTo>
                  <a:lnTo>
                    <a:pt x="2990723" y="203714"/>
                  </a:lnTo>
                  <a:lnTo>
                    <a:pt x="2990723" y="3580705"/>
                  </a:lnTo>
                  <a:lnTo>
                    <a:pt x="2985897" y="3580705"/>
                  </a:lnTo>
                  <a:lnTo>
                    <a:pt x="2990723" y="3580705"/>
                  </a:lnTo>
                  <a:cubicBezTo>
                    <a:pt x="2990723" y="3594128"/>
                    <a:pt x="2989707" y="3607380"/>
                    <a:pt x="2987802" y="3620463"/>
                  </a:cubicBezTo>
                  <a:lnTo>
                    <a:pt x="2983103" y="3619273"/>
                  </a:lnTo>
                  <a:lnTo>
                    <a:pt x="2987802" y="3620463"/>
                  </a:lnTo>
                  <a:cubicBezTo>
                    <a:pt x="2985897" y="3633545"/>
                    <a:pt x="2982976" y="3646288"/>
                    <a:pt x="2979166" y="3658691"/>
                  </a:cubicBezTo>
                  <a:lnTo>
                    <a:pt x="2974721" y="3656312"/>
                  </a:lnTo>
                  <a:lnTo>
                    <a:pt x="2979166" y="3658691"/>
                  </a:lnTo>
                  <a:cubicBezTo>
                    <a:pt x="2975356" y="3671094"/>
                    <a:pt x="2970657" y="3682817"/>
                    <a:pt x="2965069" y="3693861"/>
                  </a:cubicBezTo>
                  <a:lnTo>
                    <a:pt x="2961132" y="3690293"/>
                  </a:lnTo>
                  <a:lnTo>
                    <a:pt x="2965069" y="3693861"/>
                  </a:lnTo>
                  <a:cubicBezTo>
                    <a:pt x="2959481" y="3705074"/>
                    <a:pt x="2953131" y="3715269"/>
                    <a:pt x="2946146" y="3724783"/>
                  </a:cubicBezTo>
                  <a:cubicBezTo>
                    <a:pt x="2939034" y="3734298"/>
                    <a:pt x="2931414" y="3742623"/>
                    <a:pt x="2923032" y="3750099"/>
                  </a:cubicBezTo>
                  <a:lnTo>
                    <a:pt x="2920365" y="3744832"/>
                  </a:lnTo>
                  <a:lnTo>
                    <a:pt x="2923032" y="3750099"/>
                  </a:lnTo>
                  <a:cubicBezTo>
                    <a:pt x="2914650" y="3757575"/>
                    <a:pt x="2905887" y="3763861"/>
                    <a:pt x="2896743" y="3768958"/>
                  </a:cubicBezTo>
                  <a:lnTo>
                    <a:pt x="2894965" y="3763011"/>
                  </a:lnTo>
                  <a:lnTo>
                    <a:pt x="2896743" y="3768958"/>
                  </a:lnTo>
                  <a:cubicBezTo>
                    <a:pt x="2887472" y="3774055"/>
                    <a:pt x="2877947" y="3777963"/>
                    <a:pt x="2868168" y="3780511"/>
                  </a:cubicBezTo>
                  <a:lnTo>
                    <a:pt x="2867279" y="3774225"/>
                  </a:lnTo>
                  <a:lnTo>
                    <a:pt x="2868168" y="3780511"/>
                  </a:lnTo>
                  <a:cubicBezTo>
                    <a:pt x="2858389" y="3783060"/>
                    <a:pt x="2848483" y="3784419"/>
                    <a:pt x="2838450" y="3784419"/>
                  </a:cubicBezTo>
                  <a:lnTo>
                    <a:pt x="152400" y="3784419"/>
                  </a:lnTo>
                  <a:cubicBezTo>
                    <a:pt x="142367" y="3784419"/>
                    <a:pt x="132461" y="3783060"/>
                    <a:pt x="122682" y="3780511"/>
                  </a:cubicBezTo>
                  <a:cubicBezTo>
                    <a:pt x="112903" y="3777963"/>
                    <a:pt x="103378" y="3774055"/>
                    <a:pt x="94107" y="3768958"/>
                  </a:cubicBezTo>
                  <a:cubicBezTo>
                    <a:pt x="84836" y="3763861"/>
                    <a:pt x="76073" y="3757575"/>
                    <a:pt x="67818" y="3750099"/>
                  </a:cubicBezTo>
                  <a:lnTo>
                    <a:pt x="70485" y="3744832"/>
                  </a:lnTo>
                  <a:lnTo>
                    <a:pt x="67818" y="3750099"/>
                  </a:lnTo>
                  <a:cubicBezTo>
                    <a:pt x="59436" y="3742623"/>
                    <a:pt x="51816" y="3734128"/>
                    <a:pt x="44704" y="3724783"/>
                  </a:cubicBezTo>
                  <a:cubicBezTo>
                    <a:pt x="37592" y="3715269"/>
                    <a:pt x="31369" y="3705074"/>
                    <a:pt x="25781" y="3693861"/>
                  </a:cubicBezTo>
                  <a:lnTo>
                    <a:pt x="29718" y="3690293"/>
                  </a:lnTo>
                  <a:lnTo>
                    <a:pt x="25781" y="3693861"/>
                  </a:lnTo>
                  <a:cubicBezTo>
                    <a:pt x="20193" y="3682647"/>
                    <a:pt x="15494" y="3670924"/>
                    <a:pt x="11684" y="3658691"/>
                  </a:cubicBezTo>
                  <a:cubicBezTo>
                    <a:pt x="7874" y="3646288"/>
                    <a:pt x="4953" y="3633545"/>
                    <a:pt x="3048" y="3620463"/>
                  </a:cubicBezTo>
                  <a:lnTo>
                    <a:pt x="7747" y="3619273"/>
                  </a:lnTo>
                  <a:lnTo>
                    <a:pt x="3048" y="3620463"/>
                  </a:lnTo>
                  <a:cubicBezTo>
                    <a:pt x="1143" y="3607380"/>
                    <a:pt x="127" y="3594128"/>
                    <a:pt x="127" y="3580705"/>
                  </a:cubicBezTo>
                  <a:lnTo>
                    <a:pt x="4953" y="3580705"/>
                  </a:lnTo>
                  <a:lnTo>
                    <a:pt x="0" y="3580705"/>
                  </a:lnTo>
                  <a:moveTo>
                    <a:pt x="9525" y="3580705"/>
                  </a:moveTo>
                  <a:cubicBezTo>
                    <a:pt x="9525" y="3593278"/>
                    <a:pt x="10414" y="3605681"/>
                    <a:pt x="12319" y="3617914"/>
                  </a:cubicBezTo>
                  <a:cubicBezTo>
                    <a:pt x="14224" y="3630147"/>
                    <a:pt x="16891" y="3642210"/>
                    <a:pt x="20447" y="3653764"/>
                  </a:cubicBezTo>
                  <a:lnTo>
                    <a:pt x="16002" y="3656142"/>
                  </a:lnTo>
                  <a:lnTo>
                    <a:pt x="20447" y="3653764"/>
                  </a:lnTo>
                  <a:cubicBezTo>
                    <a:pt x="24003" y="3665317"/>
                    <a:pt x="28448" y="3676361"/>
                    <a:pt x="33655" y="3686895"/>
                  </a:cubicBezTo>
                  <a:cubicBezTo>
                    <a:pt x="38862" y="3697259"/>
                    <a:pt x="44831" y="3706943"/>
                    <a:pt x="51435" y="3715778"/>
                  </a:cubicBezTo>
                  <a:lnTo>
                    <a:pt x="48006" y="3720366"/>
                  </a:lnTo>
                  <a:lnTo>
                    <a:pt x="51435" y="3715778"/>
                  </a:lnTo>
                  <a:cubicBezTo>
                    <a:pt x="58039" y="3724613"/>
                    <a:pt x="65278" y="3732599"/>
                    <a:pt x="73025" y="3739565"/>
                  </a:cubicBezTo>
                  <a:cubicBezTo>
                    <a:pt x="80772" y="3746531"/>
                    <a:pt x="89027" y="3752477"/>
                    <a:pt x="97790" y="3757235"/>
                  </a:cubicBezTo>
                  <a:lnTo>
                    <a:pt x="96012" y="3763181"/>
                  </a:lnTo>
                  <a:lnTo>
                    <a:pt x="97790" y="3757235"/>
                  </a:lnTo>
                  <a:cubicBezTo>
                    <a:pt x="106426" y="3761992"/>
                    <a:pt x="115443" y="3765729"/>
                    <a:pt x="124587" y="3768108"/>
                  </a:cubicBezTo>
                  <a:lnTo>
                    <a:pt x="123698" y="3774394"/>
                  </a:lnTo>
                  <a:lnTo>
                    <a:pt x="124587" y="3768108"/>
                  </a:lnTo>
                  <a:cubicBezTo>
                    <a:pt x="133731" y="3770487"/>
                    <a:pt x="143129" y="3771846"/>
                    <a:pt x="152400" y="3771846"/>
                  </a:cubicBezTo>
                  <a:lnTo>
                    <a:pt x="152400" y="3778133"/>
                  </a:lnTo>
                  <a:lnTo>
                    <a:pt x="152400" y="3771846"/>
                  </a:lnTo>
                  <a:lnTo>
                    <a:pt x="2838450" y="3771846"/>
                  </a:lnTo>
                  <a:lnTo>
                    <a:pt x="2838450" y="3778303"/>
                  </a:lnTo>
                  <a:lnTo>
                    <a:pt x="2838450" y="3772016"/>
                  </a:lnTo>
                  <a:cubicBezTo>
                    <a:pt x="2847848" y="3772016"/>
                    <a:pt x="2857119" y="3770827"/>
                    <a:pt x="2866263" y="3768278"/>
                  </a:cubicBezTo>
                  <a:cubicBezTo>
                    <a:pt x="2875407" y="3765900"/>
                    <a:pt x="2884424" y="3762161"/>
                    <a:pt x="2893060" y="3757404"/>
                  </a:cubicBezTo>
                  <a:cubicBezTo>
                    <a:pt x="2901696" y="3752647"/>
                    <a:pt x="2909951" y="3746701"/>
                    <a:pt x="2917698" y="3739735"/>
                  </a:cubicBezTo>
                  <a:cubicBezTo>
                    <a:pt x="2925445" y="3732768"/>
                    <a:pt x="2932684" y="3724783"/>
                    <a:pt x="2939288" y="3715948"/>
                  </a:cubicBezTo>
                  <a:lnTo>
                    <a:pt x="2942717" y="3720535"/>
                  </a:lnTo>
                  <a:lnTo>
                    <a:pt x="2939288" y="3715948"/>
                  </a:lnTo>
                  <a:cubicBezTo>
                    <a:pt x="2945892" y="3707113"/>
                    <a:pt x="2951861" y="3697429"/>
                    <a:pt x="2957068" y="3687064"/>
                  </a:cubicBezTo>
                  <a:cubicBezTo>
                    <a:pt x="2962275" y="3676700"/>
                    <a:pt x="2966720" y="3665657"/>
                    <a:pt x="2970276" y="3653934"/>
                  </a:cubicBezTo>
                  <a:cubicBezTo>
                    <a:pt x="2973832" y="3642210"/>
                    <a:pt x="2976626" y="3630317"/>
                    <a:pt x="2978404" y="3618084"/>
                  </a:cubicBezTo>
                  <a:cubicBezTo>
                    <a:pt x="2980182" y="3605851"/>
                    <a:pt x="2981198" y="3593278"/>
                    <a:pt x="2981198" y="3580875"/>
                  </a:cubicBezTo>
                  <a:lnTo>
                    <a:pt x="2981198" y="203884"/>
                  </a:lnTo>
                  <a:cubicBezTo>
                    <a:pt x="2981198" y="191311"/>
                    <a:pt x="2980309" y="178908"/>
                    <a:pt x="2978404" y="166675"/>
                  </a:cubicBezTo>
                  <a:cubicBezTo>
                    <a:pt x="2976626" y="154442"/>
                    <a:pt x="2973832" y="142379"/>
                    <a:pt x="2970276" y="130826"/>
                  </a:cubicBezTo>
                  <a:lnTo>
                    <a:pt x="2974721" y="128447"/>
                  </a:lnTo>
                  <a:lnTo>
                    <a:pt x="2970276" y="130826"/>
                  </a:lnTo>
                  <a:cubicBezTo>
                    <a:pt x="2966720" y="119272"/>
                    <a:pt x="2962275" y="108229"/>
                    <a:pt x="2957068" y="97695"/>
                  </a:cubicBezTo>
                  <a:cubicBezTo>
                    <a:pt x="2951861" y="87161"/>
                    <a:pt x="2945892" y="77646"/>
                    <a:pt x="2939288" y="68811"/>
                  </a:cubicBezTo>
                  <a:cubicBezTo>
                    <a:pt x="2932684" y="59976"/>
                    <a:pt x="2925445" y="51991"/>
                    <a:pt x="2917698" y="45025"/>
                  </a:cubicBezTo>
                  <a:lnTo>
                    <a:pt x="2920365" y="39758"/>
                  </a:lnTo>
                  <a:lnTo>
                    <a:pt x="2917698" y="45025"/>
                  </a:lnTo>
                  <a:cubicBezTo>
                    <a:pt x="2909951" y="38059"/>
                    <a:pt x="2901696" y="32112"/>
                    <a:pt x="2893060" y="27355"/>
                  </a:cubicBezTo>
                  <a:cubicBezTo>
                    <a:pt x="2884424" y="22598"/>
                    <a:pt x="2875407" y="18860"/>
                    <a:pt x="2866263" y="16481"/>
                  </a:cubicBezTo>
                  <a:lnTo>
                    <a:pt x="2867152" y="10195"/>
                  </a:lnTo>
                  <a:lnTo>
                    <a:pt x="2866263" y="16481"/>
                  </a:lnTo>
                  <a:cubicBezTo>
                    <a:pt x="2857119" y="14102"/>
                    <a:pt x="2847721" y="12743"/>
                    <a:pt x="2838450" y="12743"/>
                  </a:cubicBezTo>
                  <a:lnTo>
                    <a:pt x="152400" y="12743"/>
                  </a:lnTo>
                  <a:cubicBezTo>
                    <a:pt x="143002" y="12743"/>
                    <a:pt x="133731" y="13933"/>
                    <a:pt x="124587" y="16481"/>
                  </a:cubicBezTo>
                  <a:lnTo>
                    <a:pt x="123698" y="10195"/>
                  </a:lnTo>
                  <a:lnTo>
                    <a:pt x="124587" y="16481"/>
                  </a:lnTo>
                  <a:cubicBezTo>
                    <a:pt x="115443" y="18860"/>
                    <a:pt x="106426" y="22598"/>
                    <a:pt x="97790" y="27355"/>
                  </a:cubicBezTo>
                  <a:lnTo>
                    <a:pt x="96012" y="21408"/>
                  </a:lnTo>
                  <a:lnTo>
                    <a:pt x="97790" y="27355"/>
                  </a:lnTo>
                  <a:cubicBezTo>
                    <a:pt x="89154" y="32112"/>
                    <a:pt x="80899" y="38059"/>
                    <a:pt x="73025" y="45025"/>
                  </a:cubicBezTo>
                  <a:lnTo>
                    <a:pt x="70358" y="39758"/>
                  </a:lnTo>
                  <a:lnTo>
                    <a:pt x="73025" y="45025"/>
                  </a:lnTo>
                  <a:cubicBezTo>
                    <a:pt x="65278" y="51991"/>
                    <a:pt x="58039" y="59976"/>
                    <a:pt x="51435" y="68811"/>
                  </a:cubicBezTo>
                  <a:cubicBezTo>
                    <a:pt x="44831" y="77646"/>
                    <a:pt x="38862" y="87331"/>
                    <a:pt x="33655" y="97695"/>
                  </a:cubicBezTo>
                  <a:cubicBezTo>
                    <a:pt x="28448" y="108059"/>
                    <a:pt x="24003" y="119102"/>
                    <a:pt x="20447" y="130826"/>
                  </a:cubicBezTo>
                  <a:lnTo>
                    <a:pt x="16002" y="128447"/>
                  </a:lnTo>
                  <a:lnTo>
                    <a:pt x="20447" y="130826"/>
                  </a:lnTo>
                  <a:cubicBezTo>
                    <a:pt x="16891" y="142379"/>
                    <a:pt x="14097" y="154442"/>
                    <a:pt x="12319" y="166675"/>
                  </a:cubicBezTo>
                  <a:cubicBezTo>
                    <a:pt x="10541" y="178908"/>
                    <a:pt x="9525" y="191481"/>
                    <a:pt x="9525" y="203884"/>
                  </a:cubicBezTo>
                  <a:lnTo>
                    <a:pt x="9525" y="3580705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685222" y="2860672"/>
            <a:ext cx="3558016" cy="4526600"/>
            <a:chOff x="0" y="0"/>
            <a:chExt cx="3108325" cy="39544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8326" y="91408"/>
              <a:ext cx="2971673" cy="3771676"/>
            </a:xfrm>
            <a:custGeom>
              <a:avLst/>
              <a:gdLst/>
              <a:ahLst/>
              <a:cxnLst/>
              <a:rect r="r" b="b" t="t" l="l"/>
              <a:pathLst>
                <a:path h="3771676" w="2971673">
                  <a:moveTo>
                    <a:pt x="0" y="3574248"/>
                  </a:moveTo>
                  <a:lnTo>
                    <a:pt x="0" y="197427"/>
                  </a:lnTo>
                  <a:cubicBezTo>
                    <a:pt x="0" y="184514"/>
                    <a:pt x="889" y="171602"/>
                    <a:pt x="2794" y="158859"/>
                  </a:cubicBezTo>
                  <a:cubicBezTo>
                    <a:pt x="4699" y="146116"/>
                    <a:pt x="7493" y="133713"/>
                    <a:pt x="11176" y="121820"/>
                  </a:cubicBezTo>
                  <a:cubicBezTo>
                    <a:pt x="14859" y="109927"/>
                    <a:pt x="19431" y="98374"/>
                    <a:pt x="24765" y="87670"/>
                  </a:cubicBezTo>
                  <a:cubicBezTo>
                    <a:pt x="30099" y="76966"/>
                    <a:pt x="36322" y="66942"/>
                    <a:pt x="43180" y="57767"/>
                  </a:cubicBezTo>
                  <a:cubicBezTo>
                    <a:pt x="50038" y="48592"/>
                    <a:pt x="57531" y="40437"/>
                    <a:pt x="65532" y="33131"/>
                  </a:cubicBezTo>
                  <a:cubicBezTo>
                    <a:pt x="73533" y="25825"/>
                    <a:pt x="82042" y="19878"/>
                    <a:pt x="91059" y="14951"/>
                  </a:cubicBezTo>
                  <a:cubicBezTo>
                    <a:pt x="100076" y="10024"/>
                    <a:pt x="109220" y="6286"/>
                    <a:pt x="118745" y="3738"/>
                  </a:cubicBezTo>
                  <a:cubicBezTo>
                    <a:pt x="128270" y="1189"/>
                    <a:pt x="137795" y="0"/>
                    <a:pt x="147574" y="0"/>
                  </a:cubicBezTo>
                  <a:lnTo>
                    <a:pt x="2824099" y="0"/>
                  </a:lnTo>
                  <a:cubicBezTo>
                    <a:pt x="2833751" y="0"/>
                    <a:pt x="2843403" y="1189"/>
                    <a:pt x="2852928" y="3738"/>
                  </a:cubicBezTo>
                  <a:cubicBezTo>
                    <a:pt x="2862453" y="6286"/>
                    <a:pt x="2871724" y="10024"/>
                    <a:pt x="2880614" y="14951"/>
                  </a:cubicBezTo>
                  <a:cubicBezTo>
                    <a:pt x="2889504" y="19878"/>
                    <a:pt x="2898140" y="25995"/>
                    <a:pt x="2906141" y="33131"/>
                  </a:cubicBezTo>
                  <a:cubicBezTo>
                    <a:pt x="2914142" y="40267"/>
                    <a:pt x="2921635" y="48592"/>
                    <a:pt x="2928493" y="57767"/>
                  </a:cubicBezTo>
                  <a:cubicBezTo>
                    <a:pt x="2935351" y="66942"/>
                    <a:pt x="2941447" y="76966"/>
                    <a:pt x="2946908" y="87670"/>
                  </a:cubicBezTo>
                  <a:cubicBezTo>
                    <a:pt x="2952369" y="98374"/>
                    <a:pt x="2956814" y="109757"/>
                    <a:pt x="2960497" y="121820"/>
                  </a:cubicBezTo>
                  <a:cubicBezTo>
                    <a:pt x="2964180" y="133883"/>
                    <a:pt x="2966974" y="146116"/>
                    <a:pt x="2968879" y="158859"/>
                  </a:cubicBezTo>
                  <a:cubicBezTo>
                    <a:pt x="2970784" y="171602"/>
                    <a:pt x="2971673" y="184344"/>
                    <a:pt x="2971673" y="197427"/>
                  </a:cubicBezTo>
                  <a:lnTo>
                    <a:pt x="2971673" y="3574248"/>
                  </a:lnTo>
                  <a:cubicBezTo>
                    <a:pt x="2971673" y="3587161"/>
                    <a:pt x="2970784" y="3600074"/>
                    <a:pt x="2968879" y="3612816"/>
                  </a:cubicBezTo>
                  <a:cubicBezTo>
                    <a:pt x="2966974" y="3625559"/>
                    <a:pt x="2964180" y="3637962"/>
                    <a:pt x="2960497" y="3649855"/>
                  </a:cubicBezTo>
                  <a:cubicBezTo>
                    <a:pt x="2956814" y="3661748"/>
                    <a:pt x="2952242" y="3673302"/>
                    <a:pt x="2946908" y="3684006"/>
                  </a:cubicBezTo>
                  <a:cubicBezTo>
                    <a:pt x="2941574" y="3694709"/>
                    <a:pt x="2935351" y="3704734"/>
                    <a:pt x="2928493" y="3713909"/>
                  </a:cubicBezTo>
                  <a:cubicBezTo>
                    <a:pt x="2921635" y="3723083"/>
                    <a:pt x="2914142" y="3731239"/>
                    <a:pt x="2906141" y="3738544"/>
                  </a:cubicBezTo>
                  <a:cubicBezTo>
                    <a:pt x="2898140" y="3745850"/>
                    <a:pt x="2889631" y="3751797"/>
                    <a:pt x="2880614" y="3756724"/>
                  </a:cubicBezTo>
                  <a:cubicBezTo>
                    <a:pt x="2871597" y="3761651"/>
                    <a:pt x="2862453" y="3765389"/>
                    <a:pt x="2852928" y="3767937"/>
                  </a:cubicBezTo>
                  <a:cubicBezTo>
                    <a:pt x="2843403" y="3770486"/>
                    <a:pt x="2833878" y="3771676"/>
                    <a:pt x="2824099" y="3771676"/>
                  </a:cubicBezTo>
                  <a:lnTo>
                    <a:pt x="147574" y="3771676"/>
                  </a:lnTo>
                  <a:cubicBezTo>
                    <a:pt x="137922" y="3771676"/>
                    <a:pt x="128270" y="3770486"/>
                    <a:pt x="118745" y="3767937"/>
                  </a:cubicBezTo>
                  <a:cubicBezTo>
                    <a:pt x="109220" y="3765389"/>
                    <a:pt x="99949" y="3761651"/>
                    <a:pt x="91059" y="3756724"/>
                  </a:cubicBezTo>
                  <a:cubicBezTo>
                    <a:pt x="82169" y="3751797"/>
                    <a:pt x="73533" y="3745680"/>
                    <a:pt x="65532" y="3738544"/>
                  </a:cubicBezTo>
                  <a:cubicBezTo>
                    <a:pt x="57531" y="3731409"/>
                    <a:pt x="50038" y="3723083"/>
                    <a:pt x="43180" y="3713909"/>
                  </a:cubicBezTo>
                  <a:cubicBezTo>
                    <a:pt x="36322" y="3704734"/>
                    <a:pt x="30226" y="3694709"/>
                    <a:pt x="24765" y="3684006"/>
                  </a:cubicBezTo>
                  <a:cubicBezTo>
                    <a:pt x="19304" y="3673302"/>
                    <a:pt x="14859" y="3661918"/>
                    <a:pt x="11176" y="3649855"/>
                  </a:cubicBezTo>
                  <a:cubicBezTo>
                    <a:pt x="7493" y="3637792"/>
                    <a:pt x="4699" y="3625559"/>
                    <a:pt x="2794" y="3612816"/>
                  </a:cubicBezTo>
                  <a:cubicBezTo>
                    <a:pt x="889" y="3600074"/>
                    <a:pt x="0" y="3587331"/>
                    <a:pt x="0" y="3574248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84951"/>
              <a:ext cx="2981198" cy="3784419"/>
            </a:xfrm>
            <a:custGeom>
              <a:avLst/>
              <a:gdLst/>
              <a:ahLst/>
              <a:cxnLst/>
              <a:rect r="r" b="b" t="t" l="l"/>
              <a:pathLst>
                <a:path h="3784419" w="2981198">
                  <a:moveTo>
                    <a:pt x="0" y="3580705"/>
                  </a:moveTo>
                  <a:lnTo>
                    <a:pt x="0" y="203884"/>
                  </a:lnTo>
                  <a:lnTo>
                    <a:pt x="4826" y="203884"/>
                  </a:lnTo>
                  <a:lnTo>
                    <a:pt x="0" y="203884"/>
                  </a:lnTo>
                  <a:cubicBezTo>
                    <a:pt x="0" y="190462"/>
                    <a:pt x="1016" y="177209"/>
                    <a:pt x="2921" y="164127"/>
                  </a:cubicBezTo>
                  <a:lnTo>
                    <a:pt x="7620" y="165316"/>
                  </a:lnTo>
                  <a:lnTo>
                    <a:pt x="2921" y="164127"/>
                  </a:lnTo>
                  <a:cubicBezTo>
                    <a:pt x="4826" y="151044"/>
                    <a:pt x="7747" y="138301"/>
                    <a:pt x="11557" y="125899"/>
                  </a:cubicBezTo>
                  <a:cubicBezTo>
                    <a:pt x="15367" y="113496"/>
                    <a:pt x="20066" y="101772"/>
                    <a:pt x="25654" y="90729"/>
                  </a:cubicBezTo>
                  <a:lnTo>
                    <a:pt x="29591" y="94297"/>
                  </a:lnTo>
                  <a:lnTo>
                    <a:pt x="25654" y="90729"/>
                  </a:lnTo>
                  <a:cubicBezTo>
                    <a:pt x="31242" y="79515"/>
                    <a:pt x="37592" y="69321"/>
                    <a:pt x="44577" y="59806"/>
                  </a:cubicBezTo>
                  <a:lnTo>
                    <a:pt x="48006" y="64394"/>
                  </a:lnTo>
                  <a:lnTo>
                    <a:pt x="44577" y="59806"/>
                  </a:lnTo>
                  <a:cubicBezTo>
                    <a:pt x="51689" y="50292"/>
                    <a:pt x="59309" y="41967"/>
                    <a:pt x="67691" y="34491"/>
                  </a:cubicBezTo>
                  <a:cubicBezTo>
                    <a:pt x="76073" y="27015"/>
                    <a:pt x="84836" y="20729"/>
                    <a:pt x="93980" y="15632"/>
                  </a:cubicBezTo>
                  <a:cubicBezTo>
                    <a:pt x="103251" y="10534"/>
                    <a:pt x="112776" y="6627"/>
                    <a:pt x="122555" y="4078"/>
                  </a:cubicBezTo>
                  <a:cubicBezTo>
                    <a:pt x="132461" y="1360"/>
                    <a:pt x="142367" y="0"/>
                    <a:pt x="152400" y="0"/>
                  </a:cubicBezTo>
                  <a:lnTo>
                    <a:pt x="152400" y="6457"/>
                  </a:lnTo>
                  <a:lnTo>
                    <a:pt x="152400" y="0"/>
                  </a:lnTo>
                  <a:lnTo>
                    <a:pt x="2828925" y="0"/>
                  </a:lnTo>
                  <a:lnTo>
                    <a:pt x="2828925" y="6457"/>
                  </a:lnTo>
                  <a:lnTo>
                    <a:pt x="2828925" y="0"/>
                  </a:lnTo>
                  <a:cubicBezTo>
                    <a:pt x="2838958" y="0"/>
                    <a:pt x="2848864" y="1360"/>
                    <a:pt x="2858643" y="3908"/>
                  </a:cubicBezTo>
                  <a:cubicBezTo>
                    <a:pt x="2868422" y="6457"/>
                    <a:pt x="2877947" y="10365"/>
                    <a:pt x="2887218" y="15462"/>
                  </a:cubicBezTo>
                  <a:lnTo>
                    <a:pt x="2885440" y="21408"/>
                  </a:lnTo>
                  <a:lnTo>
                    <a:pt x="2887218" y="15462"/>
                  </a:lnTo>
                  <a:cubicBezTo>
                    <a:pt x="2896489" y="20559"/>
                    <a:pt x="2905252" y="26845"/>
                    <a:pt x="2913507" y="34321"/>
                  </a:cubicBezTo>
                  <a:cubicBezTo>
                    <a:pt x="2921889" y="41797"/>
                    <a:pt x="2929509" y="50292"/>
                    <a:pt x="2936621" y="59636"/>
                  </a:cubicBezTo>
                  <a:lnTo>
                    <a:pt x="2933192" y="64224"/>
                  </a:lnTo>
                  <a:lnTo>
                    <a:pt x="2936621" y="59636"/>
                  </a:lnTo>
                  <a:cubicBezTo>
                    <a:pt x="2943733" y="69151"/>
                    <a:pt x="2949956" y="79345"/>
                    <a:pt x="2955544" y="90559"/>
                  </a:cubicBezTo>
                  <a:lnTo>
                    <a:pt x="2951607" y="94127"/>
                  </a:lnTo>
                  <a:lnTo>
                    <a:pt x="2955544" y="90559"/>
                  </a:lnTo>
                  <a:cubicBezTo>
                    <a:pt x="2961132" y="101772"/>
                    <a:pt x="2965831" y="113496"/>
                    <a:pt x="2969641" y="125729"/>
                  </a:cubicBezTo>
                  <a:cubicBezTo>
                    <a:pt x="2973451" y="138132"/>
                    <a:pt x="2976372" y="150874"/>
                    <a:pt x="2978277" y="163957"/>
                  </a:cubicBezTo>
                  <a:lnTo>
                    <a:pt x="2973578" y="165146"/>
                  </a:lnTo>
                  <a:lnTo>
                    <a:pt x="2978277" y="163957"/>
                  </a:lnTo>
                  <a:cubicBezTo>
                    <a:pt x="2980182" y="177039"/>
                    <a:pt x="2981198" y="190292"/>
                    <a:pt x="2981198" y="203714"/>
                  </a:cubicBezTo>
                  <a:lnTo>
                    <a:pt x="2981198" y="3580705"/>
                  </a:lnTo>
                  <a:cubicBezTo>
                    <a:pt x="2981198" y="3594128"/>
                    <a:pt x="2980182" y="3607380"/>
                    <a:pt x="2978277" y="3620463"/>
                  </a:cubicBezTo>
                  <a:lnTo>
                    <a:pt x="2973578" y="3619273"/>
                  </a:lnTo>
                  <a:lnTo>
                    <a:pt x="2978277" y="3620463"/>
                  </a:lnTo>
                  <a:cubicBezTo>
                    <a:pt x="2976372" y="3633545"/>
                    <a:pt x="2973451" y="3646288"/>
                    <a:pt x="2969641" y="3658691"/>
                  </a:cubicBezTo>
                  <a:lnTo>
                    <a:pt x="2965196" y="3656312"/>
                  </a:lnTo>
                  <a:lnTo>
                    <a:pt x="2969641" y="3658691"/>
                  </a:lnTo>
                  <a:cubicBezTo>
                    <a:pt x="2965831" y="3671094"/>
                    <a:pt x="2961132" y="3682817"/>
                    <a:pt x="2955544" y="3693861"/>
                  </a:cubicBezTo>
                  <a:lnTo>
                    <a:pt x="2951607" y="3690293"/>
                  </a:lnTo>
                  <a:lnTo>
                    <a:pt x="2955544" y="3693861"/>
                  </a:lnTo>
                  <a:cubicBezTo>
                    <a:pt x="2949956" y="3705074"/>
                    <a:pt x="2943606" y="3715269"/>
                    <a:pt x="2936621" y="3724783"/>
                  </a:cubicBezTo>
                  <a:lnTo>
                    <a:pt x="2933192" y="3720196"/>
                  </a:lnTo>
                  <a:lnTo>
                    <a:pt x="2936621" y="3724783"/>
                  </a:lnTo>
                  <a:cubicBezTo>
                    <a:pt x="2929509" y="3734298"/>
                    <a:pt x="2921889" y="3742623"/>
                    <a:pt x="2913507" y="3750099"/>
                  </a:cubicBezTo>
                  <a:lnTo>
                    <a:pt x="2910840" y="3744832"/>
                  </a:lnTo>
                  <a:lnTo>
                    <a:pt x="2913507" y="3750099"/>
                  </a:lnTo>
                  <a:cubicBezTo>
                    <a:pt x="2905125" y="3757575"/>
                    <a:pt x="2896362" y="3763861"/>
                    <a:pt x="2887218" y="3768958"/>
                  </a:cubicBezTo>
                  <a:lnTo>
                    <a:pt x="2885440" y="3763011"/>
                  </a:lnTo>
                  <a:lnTo>
                    <a:pt x="2887218" y="3768958"/>
                  </a:lnTo>
                  <a:cubicBezTo>
                    <a:pt x="2877947" y="3774055"/>
                    <a:pt x="2868422" y="3777963"/>
                    <a:pt x="2858643" y="3780511"/>
                  </a:cubicBezTo>
                  <a:lnTo>
                    <a:pt x="2857754" y="3774225"/>
                  </a:lnTo>
                  <a:lnTo>
                    <a:pt x="2858643" y="3780511"/>
                  </a:lnTo>
                  <a:cubicBezTo>
                    <a:pt x="2848864" y="3783060"/>
                    <a:pt x="2838958" y="3784419"/>
                    <a:pt x="2828925" y="3784419"/>
                  </a:cubicBezTo>
                  <a:lnTo>
                    <a:pt x="152400" y="3784419"/>
                  </a:lnTo>
                  <a:cubicBezTo>
                    <a:pt x="142367" y="3784419"/>
                    <a:pt x="132461" y="3783060"/>
                    <a:pt x="122682" y="3780511"/>
                  </a:cubicBezTo>
                  <a:cubicBezTo>
                    <a:pt x="112903" y="3777963"/>
                    <a:pt x="103378" y="3774055"/>
                    <a:pt x="94107" y="3768958"/>
                  </a:cubicBezTo>
                  <a:cubicBezTo>
                    <a:pt x="84836" y="3763861"/>
                    <a:pt x="76073" y="3757575"/>
                    <a:pt x="67818" y="3750099"/>
                  </a:cubicBezTo>
                  <a:lnTo>
                    <a:pt x="70485" y="3744832"/>
                  </a:lnTo>
                  <a:lnTo>
                    <a:pt x="67818" y="3750099"/>
                  </a:lnTo>
                  <a:cubicBezTo>
                    <a:pt x="59436" y="3742623"/>
                    <a:pt x="51816" y="3734128"/>
                    <a:pt x="44704" y="3724783"/>
                  </a:cubicBezTo>
                  <a:lnTo>
                    <a:pt x="48133" y="3720196"/>
                  </a:lnTo>
                  <a:lnTo>
                    <a:pt x="44704" y="3724783"/>
                  </a:lnTo>
                  <a:cubicBezTo>
                    <a:pt x="37592" y="3715269"/>
                    <a:pt x="31369" y="3705074"/>
                    <a:pt x="25781" y="3693861"/>
                  </a:cubicBezTo>
                  <a:lnTo>
                    <a:pt x="29718" y="3690293"/>
                  </a:lnTo>
                  <a:lnTo>
                    <a:pt x="25781" y="3693861"/>
                  </a:lnTo>
                  <a:cubicBezTo>
                    <a:pt x="20193" y="3682647"/>
                    <a:pt x="15494" y="3670924"/>
                    <a:pt x="11684" y="3658691"/>
                  </a:cubicBezTo>
                  <a:cubicBezTo>
                    <a:pt x="7874" y="3646288"/>
                    <a:pt x="4953" y="3633545"/>
                    <a:pt x="3048" y="3620463"/>
                  </a:cubicBezTo>
                  <a:lnTo>
                    <a:pt x="7747" y="3619273"/>
                  </a:lnTo>
                  <a:lnTo>
                    <a:pt x="3048" y="3620463"/>
                  </a:lnTo>
                  <a:cubicBezTo>
                    <a:pt x="1143" y="3607380"/>
                    <a:pt x="127" y="3594128"/>
                    <a:pt x="127" y="3580705"/>
                  </a:cubicBezTo>
                  <a:lnTo>
                    <a:pt x="4826" y="3580705"/>
                  </a:lnTo>
                  <a:lnTo>
                    <a:pt x="0" y="3580705"/>
                  </a:lnTo>
                  <a:moveTo>
                    <a:pt x="9525" y="3580705"/>
                  </a:moveTo>
                  <a:cubicBezTo>
                    <a:pt x="9525" y="3593278"/>
                    <a:pt x="10414" y="3605681"/>
                    <a:pt x="12319" y="3617914"/>
                  </a:cubicBezTo>
                  <a:cubicBezTo>
                    <a:pt x="14097" y="3630147"/>
                    <a:pt x="16891" y="3642210"/>
                    <a:pt x="20447" y="3653764"/>
                  </a:cubicBezTo>
                  <a:lnTo>
                    <a:pt x="16002" y="3656142"/>
                  </a:lnTo>
                  <a:lnTo>
                    <a:pt x="20447" y="3653764"/>
                  </a:lnTo>
                  <a:cubicBezTo>
                    <a:pt x="24003" y="3665317"/>
                    <a:pt x="28448" y="3676361"/>
                    <a:pt x="33655" y="3686895"/>
                  </a:cubicBezTo>
                  <a:cubicBezTo>
                    <a:pt x="38862" y="3697259"/>
                    <a:pt x="44831" y="3706943"/>
                    <a:pt x="51435" y="3715778"/>
                  </a:cubicBezTo>
                  <a:cubicBezTo>
                    <a:pt x="58039" y="3724613"/>
                    <a:pt x="65278" y="3732599"/>
                    <a:pt x="73025" y="3739565"/>
                  </a:cubicBezTo>
                  <a:cubicBezTo>
                    <a:pt x="80772" y="3746531"/>
                    <a:pt x="89027" y="3752477"/>
                    <a:pt x="97663" y="3757235"/>
                  </a:cubicBezTo>
                  <a:lnTo>
                    <a:pt x="95885" y="3763181"/>
                  </a:lnTo>
                  <a:lnTo>
                    <a:pt x="97663" y="3757235"/>
                  </a:lnTo>
                  <a:cubicBezTo>
                    <a:pt x="106299" y="3761992"/>
                    <a:pt x="115316" y="3765729"/>
                    <a:pt x="124460" y="3768108"/>
                  </a:cubicBezTo>
                  <a:lnTo>
                    <a:pt x="123571" y="3774394"/>
                  </a:lnTo>
                  <a:lnTo>
                    <a:pt x="124460" y="3768108"/>
                  </a:lnTo>
                  <a:cubicBezTo>
                    <a:pt x="133604" y="3770487"/>
                    <a:pt x="143002" y="3771846"/>
                    <a:pt x="152273" y="3771846"/>
                  </a:cubicBezTo>
                  <a:lnTo>
                    <a:pt x="152273" y="3778133"/>
                  </a:lnTo>
                  <a:lnTo>
                    <a:pt x="152273" y="3771846"/>
                  </a:lnTo>
                  <a:lnTo>
                    <a:pt x="2828925" y="3771846"/>
                  </a:lnTo>
                  <a:lnTo>
                    <a:pt x="2828925" y="3778303"/>
                  </a:lnTo>
                  <a:lnTo>
                    <a:pt x="2828925" y="3772016"/>
                  </a:lnTo>
                  <a:cubicBezTo>
                    <a:pt x="2838323" y="3772016"/>
                    <a:pt x="2847594" y="3770827"/>
                    <a:pt x="2856738" y="3768278"/>
                  </a:cubicBezTo>
                  <a:cubicBezTo>
                    <a:pt x="2865882" y="3765900"/>
                    <a:pt x="2874899" y="3762161"/>
                    <a:pt x="2883535" y="3757404"/>
                  </a:cubicBezTo>
                  <a:cubicBezTo>
                    <a:pt x="2892171" y="3752647"/>
                    <a:pt x="2900426" y="3746701"/>
                    <a:pt x="2908300" y="3739735"/>
                  </a:cubicBezTo>
                  <a:cubicBezTo>
                    <a:pt x="2916047" y="3732768"/>
                    <a:pt x="2923286" y="3724783"/>
                    <a:pt x="2929890" y="3715948"/>
                  </a:cubicBezTo>
                  <a:cubicBezTo>
                    <a:pt x="2936494" y="3707113"/>
                    <a:pt x="2942463" y="3697429"/>
                    <a:pt x="2947670" y="3687064"/>
                  </a:cubicBezTo>
                  <a:cubicBezTo>
                    <a:pt x="2952877" y="3676700"/>
                    <a:pt x="2957322" y="3665657"/>
                    <a:pt x="2960878" y="3653934"/>
                  </a:cubicBezTo>
                  <a:cubicBezTo>
                    <a:pt x="2964434" y="3642210"/>
                    <a:pt x="2967228" y="3630317"/>
                    <a:pt x="2969006" y="3618084"/>
                  </a:cubicBezTo>
                  <a:cubicBezTo>
                    <a:pt x="2970784" y="3605851"/>
                    <a:pt x="2971800" y="3593278"/>
                    <a:pt x="2971800" y="3580875"/>
                  </a:cubicBezTo>
                  <a:lnTo>
                    <a:pt x="2976499" y="3580875"/>
                  </a:lnTo>
                  <a:lnTo>
                    <a:pt x="2971800" y="3580875"/>
                  </a:lnTo>
                  <a:lnTo>
                    <a:pt x="2971800" y="203884"/>
                  </a:lnTo>
                  <a:lnTo>
                    <a:pt x="2976626" y="203884"/>
                  </a:lnTo>
                  <a:lnTo>
                    <a:pt x="2971800" y="203884"/>
                  </a:lnTo>
                  <a:cubicBezTo>
                    <a:pt x="2971800" y="191311"/>
                    <a:pt x="2970911" y="178908"/>
                    <a:pt x="2969006" y="166675"/>
                  </a:cubicBezTo>
                  <a:cubicBezTo>
                    <a:pt x="2967228" y="154442"/>
                    <a:pt x="2964434" y="142379"/>
                    <a:pt x="2960878" y="130826"/>
                  </a:cubicBezTo>
                  <a:lnTo>
                    <a:pt x="2965323" y="128447"/>
                  </a:lnTo>
                  <a:lnTo>
                    <a:pt x="2960878" y="130826"/>
                  </a:lnTo>
                  <a:cubicBezTo>
                    <a:pt x="2957322" y="119272"/>
                    <a:pt x="2952877" y="108229"/>
                    <a:pt x="2947670" y="97695"/>
                  </a:cubicBezTo>
                  <a:cubicBezTo>
                    <a:pt x="2942463" y="87161"/>
                    <a:pt x="2936494" y="77646"/>
                    <a:pt x="2929890" y="68811"/>
                  </a:cubicBezTo>
                  <a:cubicBezTo>
                    <a:pt x="2923286" y="59976"/>
                    <a:pt x="2916047" y="51991"/>
                    <a:pt x="2908300" y="45025"/>
                  </a:cubicBezTo>
                  <a:lnTo>
                    <a:pt x="2910967" y="39758"/>
                  </a:lnTo>
                  <a:lnTo>
                    <a:pt x="2908300" y="45025"/>
                  </a:lnTo>
                  <a:cubicBezTo>
                    <a:pt x="2900553" y="38059"/>
                    <a:pt x="2892298" y="32112"/>
                    <a:pt x="2883535" y="27355"/>
                  </a:cubicBezTo>
                  <a:cubicBezTo>
                    <a:pt x="2874899" y="22598"/>
                    <a:pt x="2865882" y="18860"/>
                    <a:pt x="2856738" y="16481"/>
                  </a:cubicBezTo>
                  <a:lnTo>
                    <a:pt x="2857627" y="10195"/>
                  </a:lnTo>
                  <a:lnTo>
                    <a:pt x="2856738" y="16481"/>
                  </a:lnTo>
                  <a:cubicBezTo>
                    <a:pt x="2847594" y="14102"/>
                    <a:pt x="2838196" y="12743"/>
                    <a:pt x="2828925" y="12743"/>
                  </a:cubicBezTo>
                  <a:lnTo>
                    <a:pt x="152400" y="12743"/>
                  </a:lnTo>
                  <a:cubicBezTo>
                    <a:pt x="143002" y="12743"/>
                    <a:pt x="133731" y="13933"/>
                    <a:pt x="124587" y="16481"/>
                  </a:cubicBezTo>
                  <a:lnTo>
                    <a:pt x="123698" y="10195"/>
                  </a:lnTo>
                  <a:lnTo>
                    <a:pt x="124587" y="16481"/>
                  </a:lnTo>
                  <a:cubicBezTo>
                    <a:pt x="115443" y="18860"/>
                    <a:pt x="106426" y="22598"/>
                    <a:pt x="97790" y="27355"/>
                  </a:cubicBezTo>
                  <a:lnTo>
                    <a:pt x="96012" y="21408"/>
                  </a:lnTo>
                  <a:lnTo>
                    <a:pt x="97790" y="27355"/>
                  </a:lnTo>
                  <a:cubicBezTo>
                    <a:pt x="89154" y="32112"/>
                    <a:pt x="80899" y="38059"/>
                    <a:pt x="73152" y="45025"/>
                  </a:cubicBezTo>
                  <a:lnTo>
                    <a:pt x="70485" y="39758"/>
                  </a:lnTo>
                  <a:lnTo>
                    <a:pt x="73152" y="45025"/>
                  </a:lnTo>
                  <a:cubicBezTo>
                    <a:pt x="65405" y="51991"/>
                    <a:pt x="58166" y="59976"/>
                    <a:pt x="51562" y="68811"/>
                  </a:cubicBezTo>
                  <a:cubicBezTo>
                    <a:pt x="44958" y="77646"/>
                    <a:pt x="38989" y="87331"/>
                    <a:pt x="33782" y="97695"/>
                  </a:cubicBezTo>
                  <a:cubicBezTo>
                    <a:pt x="28575" y="108059"/>
                    <a:pt x="24130" y="119102"/>
                    <a:pt x="20574" y="130826"/>
                  </a:cubicBezTo>
                  <a:lnTo>
                    <a:pt x="16129" y="128447"/>
                  </a:lnTo>
                  <a:lnTo>
                    <a:pt x="20574" y="130826"/>
                  </a:lnTo>
                  <a:cubicBezTo>
                    <a:pt x="17018" y="142379"/>
                    <a:pt x="14224" y="154442"/>
                    <a:pt x="12446" y="166675"/>
                  </a:cubicBezTo>
                  <a:cubicBezTo>
                    <a:pt x="10668" y="178908"/>
                    <a:pt x="9652" y="191481"/>
                    <a:pt x="9652" y="203884"/>
                  </a:cubicBezTo>
                  <a:lnTo>
                    <a:pt x="9652" y="3580705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359540" y="2860672"/>
            <a:ext cx="3568919" cy="4526600"/>
            <a:chOff x="0" y="0"/>
            <a:chExt cx="3117850" cy="39544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8326" y="91408"/>
              <a:ext cx="2981198" cy="3771676"/>
            </a:xfrm>
            <a:custGeom>
              <a:avLst/>
              <a:gdLst/>
              <a:ahLst/>
              <a:cxnLst/>
              <a:rect r="r" b="b" t="t" l="l"/>
              <a:pathLst>
                <a:path h="3771676" w="2981198">
                  <a:moveTo>
                    <a:pt x="0" y="3574248"/>
                  </a:moveTo>
                  <a:lnTo>
                    <a:pt x="0" y="197427"/>
                  </a:lnTo>
                  <a:cubicBezTo>
                    <a:pt x="0" y="184514"/>
                    <a:pt x="889" y="171602"/>
                    <a:pt x="2794" y="158859"/>
                  </a:cubicBezTo>
                  <a:cubicBezTo>
                    <a:pt x="4699" y="146116"/>
                    <a:pt x="7493" y="133713"/>
                    <a:pt x="11176" y="121820"/>
                  </a:cubicBezTo>
                  <a:cubicBezTo>
                    <a:pt x="14859" y="109927"/>
                    <a:pt x="19431" y="98374"/>
                    <a:pt x="24765" y="87670"/>
                  </a:cubicBezTo>
                  <a:cubicBezTo>
                    <a:pt x="30099" y="76966"/>
                    <a:pt x="36322" y="66942"/>
                    <a:pt x="43180" y="57767"/>
                  </a:cubicBezTo>
                  <a:cubicBezTo>
                    <a:pt x="50038" y="48592"/>
                    <a:pt x="57531" y="40437"/>
                    <a:pt x="65532" y="33131"/>
                  </a:cubicBezTo>
                  <a:cubicBezTo>
                    <a:pt x="73533" y="25825"/>
                    <a:pt x="82042" y="19878"/>
                    <a:pt x="91059" y="14951"/>
                  </a:cubicBezTo>
                  <a:cubicBezTo>
                    <a:pt x="100076" y="10024"/>
                    <a:pt x="109220" y="6286"/>
                    <a:pt x="118745" y="3738"/>
                  </a:cubicBezTo>
                  <a:cubicBezTo>
                    <a:pt x="128270" y="1189"/>
                    <a:pt x="137795" y="0"/>
                    <a:pt x="147574" y="0"/>
                  </a:cubicBezTo>
                  <a:lnTo>
                    <a:pt x="2833624" y="0"/>
                  </a:lnTo>
                  <a:cubicBezTo>
                    <a:pt x="2843276" y="0"/>
                    <a:pt x="2852928" y="1189"/>
                    <a:pt x="2862453" y="3738"/>
                  </a:cubicBezTo>
                  <a:cubicBezTo>
                    <a:pt x="2871978" y="6286"/>
                    <a:pt x="2881249" y="10024"/>
                    <a:pt x="2890139" y="14951"/>
                  </a:cubicBezTo>
                  <a:cubicBezTo>
                    <a:pt x="2899029" y="19878"/>
                    <a:pt x="2907665" y="25995"/>
                    <a:pt x="2915666" y="33131"/>
                  </a:cubicBezTo>
                  <a:cubicBezTo>
                    <a:pt x="2923667" y="40267"/>
                    <a:pt x="2931160" y="48592"/>
                    <a:pt x="2938018" y="57767"/>
                  </a:cubicBezTo>
                  <a:cubicBezTo>
                    <a:pt x="2944876" y="66942"/>
                    <a:pt x="2950972" y="76966"/>
                    <a:pt x="2956433" y="87670"/>
                  </a:cubicBezTo>
                  <a:cubicBezTo>
                    <a:pt x="2961894" y="98374"/>
                    <a:pt x="2966339" y="109757"/>
                    <a:pt x="2970022" y="121820"/>
                  </a:cubicBezTo>
                  <a:cubicBezTo>
                    <a:pt x="2973705" y="133883"/>
                    <a:pt x="2976499" y="146116"/>
                    <a:pt x="2978404" y="158859"/>
                  </a:cubicBezTo>
                  <a:cubicBezTo>
                    <a:pt x="2980309" y="171602"/>
                    <a:pt x="2981198" y="184344"/>
                    <a:pt x="2981198" y="197427"/>
                  </a:cubicBezTo>
                  <a:lnTo>
                    <a:pt x="2981198" y="3574248"/>
                  </a:lnTo>
                  <a:cubicBezTo>
                    <a:pt x="2981198" y="3587161"/>
                    <a:pt x="2980309" y="3600074"/>
                    <a:pt x="2978404" y="3612816"/>
                  </a:cubicBezTo>
                  <a:cubicBezTo>
                    <a:pt x="2976499" y="3625559"/>
                    <a:pt x="2973705" y="3637962"/>
                    <a:pt x="2970022" y="3649855"/>
                  </a:cubicBezTo>
                  <a:cubicBezTo>
                    <a:pt x="2966339" y="3661748"/>
                    <a:pt x="2961767" y="3673302"/>
                    <a:pt x="2956433" y="3684006"/>
                  </a:cubicBezTo>
                  <a:cubicBezTo>
                    <a:pt x="2951099" y="3694709"/>
                    <a:pt x="2944876" y="3704734"/>
                    <a:pt x="2938018" y="3713909"/>
                  </a:cubicBezTo>
                  <a:cubicBezTo>
                    <a:pt x="2931160" y="3723083"/>
                    <a:pt x="2923667" y="3731239"/>
                    <a:pt x="2915666" y="3738544"/>
                  </a:cubicBezTo>
                  <a:cubicBezTo>
                    <a:pt x="2907665" y="3745850"/>
                    <a:pt x="2899156" y="3751797"/>
                    <a:pt x="2890139" y="3756724"/>
                  </a:cubicBezTo>
                  <a:cubicBezTo>
                    <a:pt x="2881122" y="3761651"/>
                    <a:pt x="2871978" y="3765389"/>
                    <a:pt x="2862453" y="3767937"/>
                  </a:cubicBezTo>
                  <a:cubicBezTo>
                    <a:pt x="2852928" y="3770486"/>
                    <a:pt x="2843403" y="3771676"/>
                    <a:pt x="2833624" y="3771676"/>
                  </a:cubicBezTo>
                  <a:lnTo>
                    <a:pt x="147574" y="3771676"/>
                  </a:lnTo>
                  <a:cubicBezTo>
                    <a:pt x="137922" y="3771676"/>
                    <a:pt x="128270" y="3770486"/>
                    <a:pt x="118745" y="3767937"/>
                  </a:cubicBezTo>
                  <a:cubicBezTo>
                    <a:pt x="109220" y="3765389"/>
                    <a:pt x="99949" y="3761651"/>
                    <a:pt x="91059" y="3756724"/>
                  </a:cubicBezTo>
                  <a:cubicBezTo>
                    <a:pt x="82169" y="3751797"/>
                    <a:pt x="73533" y="3745680"/>
                    <a:pt x="65532" y="3738544"/>
                  </a:cubicBezTo>
                  <a:cubicBezTo>
                    <a:pt x="57531" y="3731409"/>
                    <a:pt x="50038" y="3723083"/>
                    <a:pt x="43180" y="3713909"/>
                  </a:cubicBezTo>
                  <a:cubicBezTo>
                    <a:pt x="36322" y="3704734"/>
                    <a:pt x="30226" y="3694709"/>
                    <a:pt x="24765" y="3684006"/>
                  </a:cubicBezTo>
                  <a:cubicBezTo>
                    <a:pt x="19304" y="3673302"/>
                    <a:pt x="14859" y="3661918"/>
                    <a:pt x="11176" y="3649855"/>
                  </a:cubicBezTo>
                  <a:cubicBezTo>
                    <a:pt x="7493" y="3637792"/>
                    <a:pt x="4699" y="3625559"/>
                    <a:pt x="2794" y="3612816"/>
                  </a:cubicBezTo>
                  <a:cubicBezTo>
                    <a:pt x="889" y="3600074"/>
                    <a:pt x="0" y="3587331"/>
                    <a:pt x="0" y="3574248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84951"/>
              <a:ext cx="2990723" cy="3784419"/>
            </a:xfrm>
            <a:custGeom>
              <a:avLst/>
              <a:gdLst/>
              <a:ahLst/>
              <a:cxnLst/>
              <a:rect r="r" b="b" t="t" l="l"/>
              <a:pathLst>
                <a:path h="3784419" w="2990723">
                  <a:moveTo>
                    <a:pt x="0" y="3580705"/>
                  </a:moveTo>
                  <a:lnTo>
                    <a:pt x="0" y="203884"/>
                  </a:lnTo>
                  <a:lnTo>
                    <a:pt x="4826" y="203884"/>
                  </a:lnTo>
                  <a:lnTo>
                    <a:pt x="0" y="203884"/>
                  </a:lnTo>
                  <a:cubicBezTo>
                    <a:pt x="0" y="190462"/>
                    <a:pt x="1016" y="177209"/>
                    <a:pt x="2921" y="164127"/>
                  </a:cubicBezTo>
                  <a:lnTo>
                    <a:pt x="7620" y="165316"/>
                  </a:lnTo>
                  <a:lnTo>
                    <a:pt x="2921" y="164127"/>
                  </a:lnTo>
                  <a:cubicBezTo>
                    <a:pt x="4826" y="151044"/>
                    <a:pt x="7747" y="138301"/>
                    <a:pt x="11557" y="125899"/>
                  </a:cubicBezTo>
                  <a:lnTo>
                    <a:pt x="16002" y="128277"/>
                  </a:lnTo>
                  <a:lnTo>
                    <a:pt x="11557" y="125899"/>
                  </a:lnTo>
                  <a:cubicBezTo>
                    <a:pt x="15367" y="113496"/>
                    <a:pt x="20066" y="101772"/>
                    <a:pt x="25654" y="90729"/>
                  </a:cubicBezTo>
                  <a:lnTo>
                    <a:pt x="29591" y="94297"/>
                  </a:lnTo>
                  <a:lnTo>
                    <a:pt x="25654" y="90729"/>
                  </a:lnTo>
                  <a:cubicBezTo>
                    <a:pt x="31242" y="79515"/>
                    <a:pt x="37592" y="69321"/>
                    <a:pt x="44577" y="59806"/>
                  </a:cubicBezTo>
                  <a:lnTo>
                    <a:pt x="48006" y="64394"/>
                  </a:lnTo>
                  <a:lnTo>
                    <a:pt x="44577" y="59806"/>
                  </a:lnTo>
                  <a:cubicBezTo>
                    <a:pt x="51689" y="50292"/>
                    <a:pt x="59309" y="41967"/>
                    <a:pt x="67691" y="34491"/>
                  </a:cubicBezTo>
                  <a:lnTo>
                    <a:pt x="70358" y="39758"/>
                  </a:lnTo>
                  <a:lnTo>
                    <a:pt x="67691" y="34491"/>
                  </a:lnTo>
                  <a:cubicBezTo>
                    <a:pt x="76073" y="27015"/>
                    <a:pt x="84836" y="20729"/>
                    <a:pt x="93980" y="15632"/>
                  </a:cubicBezTo>
                  <a:lnTo>
                    <a:pt x="95758" y="21578"/>
                  </a:lnTo>
                  <a:lnTo>
                    <a:pt x="93980" y="15632"/>
                  </a:lnTo>
                  <a:cubicBezTo>
                    <a:pt x="103251" y="10534"/>
                    <a:pt x="112776" y="6627"/>
                    <a:pt x="122555" y="4078"/>
                  </a:cubicBezTo>
                  <a:cubicBezTo>
                    <a:pt x="132461" y="1360"/>
                    <a:pt x="142367" y="0"/>
                    <a:pt x="152400" y="0"/>
                  </a:cubicBezTo>
                  <a:lnTo>
                    <a:pt x="152400" y="6457"/>
                  </a:lnTo>
                  <a:lnTo>
                    <a:pt x="152400" y="0"/>
                  </a:lnTo>
                  <a:lnTo>
                    <a:pt x="2838450" y="0"/>
                  </a:lnTo>
                  <a:lnTo>
                    <a:pt x="2838450" y="6457"/>
                  </a:lnTo>
                  <a:lnTo>
                    <a:pt x="2838450" y="0"/>
                  </a:lnTo>
                  <a:cubicBezTo>
                    <a:pt x="2848483" y="0"/>
                    <a:pt x="2858389" y="1360"/>
                    <a:pt x="2868168" y="3908"/>
                  </a:cubicBezTo>
                  <a:cubicBezTo>
                    <a:pt x="2877947" y="6457"/>
                    <a:pt x="2887472" y="10365"/>
                    <a:pt x="2896743" y="15462"/>
                  </a:cubicBezTo>
                  <a:lnTo>
                    <a:pt x="2894965" y="21408"/>
                  </a:lnTo>
                  <a:lnTo>
                    <a:pt x="2896743" y="15462"/>
                  </a:lnTo>
                  <a:cubicBezTo>
                    <a:pt x="2906014" y="20559"/>
                    <a:pt x="2914777" y="26845"/>
                    <a:pt x="2923032" y="34321"/>
                  </a:cubicBezTo>
                  <a:cubicBezTo>
                    <a:pt x="2931414" y="41797"/>
                    <a:pt x="2939034" y="50292"/>
                    <a:pt x="2946146" y="59636"/>
                  </a:cubicBezTo>
                  <a:lnTo>
                    <a:pt x="2942717" y="64224"/>
                  </a:lnTo>
                  <a:lnTo>
                    <a:pt x="2946146" y="59636"/>
                  </a:lnTo>
                  <a:cubicBezTo>
                    <a:pt x="2953258" y="69151"/>
                    <a:pt x="2959481" y="79345"/>
                    <a:pt x="2965069" y="90559"/>
                  </a:cubicBezTo>
                  <a:cubicBezTo>
                    <a:pt x="2970657" y="101772"/>
                    <a:pt x="2975356" y="113496"/>
                    <a:pt x="2979166" y="125729"/>
                  </a:cubicBezTo>
                  <a:cubicBezTo>
                    <a:pt x="2982976" y="138132"/>
                    <a:pt x="2985897" y="150874"/>
                    <a:pt x="2987802" y="163957"/>
                  </a:cubicBezTo>
                  <a:lnTo>
                    <a:pt x="2983103" y="165146"/>
                  </a:lnTo>
                  <a:lnTo>
                    <a:pt x="2987802" y="163957"/>
                  </a:lnTo>
                  <a:cubicBezTo>
                    <a:pt x="2989707" y="177039"/>
                    <a:pt x="2990723" y="190292"/>
                    <a:pt x="2990723" y="203714"/>
                  </a:cubicBezTo>
                  <a:lnTo>
                    <a:pt x="2990723" y="3580705"/>
                  </a:lnTo>
                  <a:cubicBezTo>
                    <a:pt x="2990723" y="3594128"/>
                    <a:pt x="2989707" y="3607380"/>
                    <a:pt x="2987802" y="3620463"/>
                  </a:cubicBezTo>
                  <a:lnTo>
                    <a:pt x="2983103" y="3619273"/>
                  </a:lnTo>
                  <a:lnTo>
                    <a:pt x="2987802" y="3620463"/>
                  </a:lnTo>
                  <a:cubicBezTo>
                    <a:pt x="2985897" y="3633545"/>
                    <a:pt x="2982976" y="3646288"/>
                    <a:pt x="2979166" y="3658691"/>
                  </a:cubicBezTo>
                  <a:cubicBezTo>
                    <a:pt x="2975356" y="3671094"/>
                    <a:pt x="2970657" y="3682817"/>
                    <a:pt x="2965069" y="3693861"/>
                  </a:cubicBezTo>
                  <a:cubicBezTo>
                    <a:pt x="2959481" y="3705074"/>
                    <a:pt x="2953131" y="3715269"/>
                    <a:pt x="2946146" y="3724783"/>
                  </a:cubicBezTo>
                  <a:cubicBezTo>
                    <a:pt x="2939034" y="3734298"/>
                    <a:pt x="2931414" y="3742623"/>
                    <a:pt x="2923032" y="3750099"/>
                  </a:cubicBezTo>
                  <a:lnTo>
                    <a:pt x="2920365" y="3744832"/>
                  </a:lnTo>
                  <a:lnTo>
                    <a:pt x="2923032" y="3750099"/>
                  </a:lnTo>
                  <a:cubicBezTo>
                    <a:pt x="2914650" y="3757575"/>
                    <a:pt x="2905887" y="3763861"/>
                    <a:pt x="2896743" y="3768958"/>
                  </a:cubicBezTo>
                  <a:lnTo>
                    <a:pt x="2894965" y="3763011"/>
                  </a:lnTo>
                  <a:lnTo>
                    <a:pt x="2896743" y="3768958"/>
                  </a:lnTo>
                  <a:cubicBezTo>
                    <a:pt x="2887472" y="3774055"/>
                    <a:pt x="2877947" y="3777963"/>
                    <a:pt x="2868168" y="3780511"/>
                  </a:cubicBezTo>
                  <a:lnTo>
                    <a:pt x="2867279" y="3774225"/>
                  </a:lnTo>
                  <a:lnTo>
                    <a:pt x="2868168" y="3780511"/>
                  </a:lnTo>
                  <a:cubicBezTo>
                    <a:pt x="2858389" y="3783060"/>
                    <a:pt x="2848483" y="3784419"/>
                    <a:pt x="2838450" y="3784419"/>
                  </a:cubicBezTo>
                  <a:lnTo>
                    <a:pt x="152400" y="3784419"/>
                  </a:lnTo>
                  <a:cubicBezTo>
                    <a:pt x="142367" y="3784419"/>
                    <a:pt x="132461" y="3783060"/>
                    <a:pt x="122682" y="3780511"/>
                  </a:cubicBezTo>
                  <a:cubicBezTo>
                    <a:pt x="112903" y="3777963"/>
                    <a:pt x="103378" y="3774055"/>
                    <a:pt x="94107" y="3768958"/>
                  </a:cubicBezTo>
                  <a:lnTo>
                    <a:pt x="95885" y="3763011"/>
                  </a:lnTo>
                  <a:lnTo>
                    <a:pt x="94107" y="3768958"/>
                  </a:lnTo>
                  <a:cubicBezTo>
                    <a:pt x="84836" y="3763861"/>
                    <a:pt x="76073" y="3757575"/>
                    <a:pt x="67818" y="3750099"/>
                  </a:cubicBezTo>
                  <a:lnTo>
                    <a:pt x="70485" y="3744832"/>
                  </a:lnTo>
                  <a:lnTo>
                    <a:pt x="67818" y="3750099"/>
                  </a:lnTo>
                  <a:cubicBezTo>
                    <a:pt x="59436" y="3742623"/>
                    <a:pt x="51816" y="3734128"/>
                    <a:pt x="44704" y="3724783"/>
                  </a:cubicBezTo>
                  <a:lnTo>
                    <a:pt x="48133" y="3720196"/>
                  </a:lnTo>
                  <a:lnTo>
                    <a:pt x="44704" y="3724783"/>
                  </a:lnTo>
                  <a:cubicBezTo>
                    <a:pt x="37592" y="3715269"/>
                    <a:pt x="31369" y="3705074"/>
                    <a:pt x="25781" y="3693861"/>
                  </a:cubicBezTo>
                  <a:lnTo>
                    <a:pt x="29718" y="3690293"/>
                  </a:lnTo>
                  <a:lnTo>
                    <a:pt x="25781" y="3693861"/>
                  </a:lnTo>
                  <a:cubicBezTo>
                    <a:pt x="20193" y="3682647"/>
                    <a:pt x="15494" y="3670924"/>
                    <a:pt x="11684" y="3658691"/>
                  </a:cubicBezTo>
                  <a:lnTo>
                    <a:pt x="16129" y="3656312"/>
                  </a:lnTo>
                  <a:lnTo>
                    <a:pt x="11684" y="3658691"/>
                  </a:lnTo>
                  <a:cubicBezTo>
                    <a:pt x="7874" y="3646288"/>
                    <a:pt x="4953" y="3633545"/>
                    <a:pt x="3048" y="3620463"/>
                  </a:cubicBezTo>
                  <a:cubicBezTo>
                    <a:pt x="1143" y="3607380"/>
                    <a:pt x="127" y="3594128"/>
                    <a:pt x="127" y="3580705"/>
                  </a:cubicBezTo>
                  <a:lnTo>
                    <a:pt x="4826" y="3580705"/>
                  </a:lnTo>
                  <a:lnTo>
                    <a:pt x="0" y="3580705"/>
                  </a:lnTo>
                  <a:moveTo>
                    <a:pt x="9525" y="3580705"/>
                  </a:moveTo>
                  <a:cubicBezTo>
                    <a:pt x="9525" y="3593278"/>
                    <a:pt x="10414" y="3605681"/>
                    <a:pt x="12319" y="3617914"/>
                  </a:cubicBezTo>
                  <a:lnTo>
                    <a:pt x="7620" y="3619103"/>
                  </a:lnTo>
                  <a:lnTo>
                    <a:pt x="12319" y="3617914"/>
                  </a:lnTo>
                  <a:cubicBezTo>
                    <a:pt x="14097" y="3630147"/>
                    <a:pt x="16891" y="3642210"/>
                    <a:pt x="20447" y="3653764"/>
                  </a:cubicBezTo>
                  <a:cubicBezTo>
                    <a:pt x="24003" y="3665317"/>
                    <a:pt x="28448" y="3676361"/>
                    <a:pt x="33655" y="3686725"/>
                  </a:cubicBezTo>
                  <a:cubicBezTo>
                    <a:pt x="38862" y="3697089"/>
                    <a:pt x="44831" y="3706773"/>
                    <a:pt x="51435" y="3715608"/>
                  </a:cubicBezTo>
                  <a:cubicBezTo>
                    <a:pt x="58039" y="3724443"/>
                    <a:pt x="65278" y="3732429"/>
                    <a:pt x="73025" y="3739395"/>
                  </a:cubicBezTo>
                  <a:cubicBezTo>
                    <a:pt x="80772" y="3746361"/>
                    <a:pt x="89027" y="3752307"/>
                    <a:pt x="97663" y="3757065"/>
                  </a:cubicBezTo>
                  <a:cubicBezTo>
                    <a:pt x="106299" y="3761822"/>
                    <a:pt x="115316" y="3765560"/>
                    <a:pt x="124460" y="3767939"/>
                  </a:cubicBezTo>
                  <a:lnTo>
                    <a:pt x="123571" y="3774225"/>
                  </a:lnTo>
                  <a:lnTo>
                    <a:pt x="124460" y="3767939"/>
                  </a:lnTo>
                  <a:cubicBezTo>
                    <a:pt x="133604" y="3770317"/>
                    <a:pt x="143002" y="3771676"/>
                    <a:pt x="152273" y="3771676"/>
                  </a:cubicBezTo>
                  <a:lnTo>
                    <a:pt x="152273" y="3777963"/>
                  </a:lnTo>
                  <a:lnTo>
                    <a:pt x="152273" y="3771846"/>
                  </a:lnTo>
                  <a:lnTo>
                    <a:pt x="2838450" y="3771846"/>
                  </a:lnTo>
                  <a:lnTo>
                    <a:pt x="2838450" y="3778303"/>
                  </a:lnTo>
                  <a:lnTo>
                    <a:pt x="2838450" y="3772016"/>
                  </a:lnTo>
                  <a:cubicBezTo>
                    <a:pt x="2847848" y="3772016"/>
                    <a:pt x="2857119" y="3770827"/>
                    <a:pt x="2866263" y="3768278"/>
                  </a:cubicBezTo>
                  <a:cubicBezTo>
                    <a:pt x="2875407" y="3765900"/>
                    <a:pt x="2884424" y="3762161"/>
                    <a:pt x="2893060" y="3757404"/>
                  </a:cubicBezTo>
                  <a:cubicBezTo>
                    <a:pt x="2901696" y="3752647"/>
                    <a:pt x="2909951" y="3746701"/>
                    <a:pt x="2917698" y="3739735"/>
                  </a:cubicBezTo>
                  <a:cubicBezTo>
                    <a:pt x="2925445" y="3732768"/>
                    <a:pt x="2932684" y="3724783"/>
                    <a:pt x="2939288" y="3715948"/>
                  </a:cubicBezTo>
                  <a:lnTo>
                    <a:pt x="2942717" y="3720535"/>
                  </a:lnTo>
                  <a:lnTo>
                    <a:pt x="2939288" y="3715948"/>
                  </a:lnTo>
                  <a:cubicBezTo>
                    <a:pt x="2945892" y="3707113"/>
                    <a:pt x="2951861" y="3697429"/>
                    <a:pt x="2957068" y="3687064"/>
                  </a:cubicBezTo>
                  <a:lnTo>
                    <a:pt x="2961005" y="3690632"/>
                  </a:lnTo>
                  <a:lnTo>
                    <a:pt x="2957068" y="3687064"/>
                  </a:lnTo>
                  <a:cubicBezTo>
                    <a:pt x="2962275" y="3676700"/>
                    <a:pt x="2966720" y="3665657"/>
                    <a:pt x="2970276" y="3653934"/>
                  </a:cubicBezTo>
                  <a:lnTo>
                    <a:pt x="2974721" y="3656312"/>
                  </a:lnTo>
                  <a:lnTo>
                    <a:pt x="2970276" y="3653934"/>
                  </a:lnTo>
                  <a:cubicBezTo>
                    <a:pt x="2973832" y="3642380"/>
                    <a:pt x="2976626" y="3630317"/>
                    <a:pt x="2978404" y="3618084"/>
                  </a:cubicBezTo>
                  <a:cubicBezTo>
                    <a:pt x="2980182" y="3605851"/>
                    <a:pt x="2981198" y="3593278"/>
                    <a:pt x="2981198" y="3580875"/>
                  </a:cubicBezTo>
                  <a:lnTo>
                    <a:pt x="2985897" y="3580875"/>
                  </a:lnTo>
                  <a:lnTo>
                    <a:pt x="2981071" y="3580875"/>
                  </a:lnTo>
                  <a:lnTo>
                    <a:pt x="2981071" y="203884"/>
                  </a:lnTo>
                  <a:lnTo>
                    <a:pt x="2985897" y="203884"/>
                  </a:lnTo>
                  <a:lnTo>
                    <a:pt x="2981198" y="203884"/>
                  </a:lnTo>
                  <a:cubicBezTo>
                    <a:pt x="2981198" y="191311"/>
                    <a:pt x="2980309" y="178908"/>
                    <a:pt x="2978404" y="166675"/>
                  </a:cubicBezTo>
                  <a:cubicBezTo>
                    <a:pt x="2976626" y="154442"/>
                    <a:pt x="2973832" y="142379"/>
                    <a:pt x="2970276" y="130826"/>
                  </a:cubicBezTo>
                  <a:lnTo>
                    <a:pt x="2974721" y="128447"/>
                  </a:lnTo>
                  <a:lnTo>
                    <a:pt x="2970276" y="130826"/>
                  </a:lnTo>
                  <a:cubicBezTo>
                    <a:pt x="2966720" y="119272"/>
                    <a:pt x="2962275" y="108229"/>
                    <a:pt x="2957068" y="97695"/>
                  </a:cubicBezTo>
                  <a:lnTo>
                    <a:pt x="2961005" y="94127"/>
                  </a:lnTo>
                  <a:lnTo>
                    <a:pt x="2957068" y="97695"/>
                  </a:lnTo>
                  <a:cubicBezTo>
                    <a:pt x="2951861" y="87331"/>
                    <a:pt x="2945892" y="77646"/>
                    <a:pt x="2939288" y="68811"/>
                  </a:cubicBezTo>
                  <a:cubicBezTo>
                    <a:pt x="2932684" y="59976"/>
                    <a:pt x="2925445" y="51991"/>
                    <a:pt x="2917698" y="45025"/>
                  </a:cubicBezTo>
                  <a:lnTo>
                    <a:pt x="2920365" y="39758"/>
                  </a:lnTo>
                  <a:lnTo>
                    <a:pt x="2917698" y="45025"/>
                  </a:lnTo>
                  <a:cubicBezTo>
                    <a:pt x="2909951" y="38059"/>
                    <a:pt x="2901696" y="32112"/>
                    <a:pt x="2892933" y="27355"/>
                  </a:cubicBezTo>
                  <a:cubicBezTo>
                    <a:pt x="2884170" y="22598"/>
                    <a:pt x="2875280" y="18860"/>
                    <a:pt x="2866136" y="16481"/>
                  </a:cubicBezTo>
                  <a:lnTo>
                    <a:pt x="2867025" y="10195"/>
                  </a:lnTo>
                  <a:lnTo>
                    <a:pt x="2866136" y="16481"/>
                  </a:lnTo>
                  <a:cubicBezTo>
                    <a:pt x="2856992" y="14102"/>
                    <a:pt x="2847594" y="12743"/>
                    <a:pt x="2838323" y="12743"/>
                  </a:cubicBezTo>
                  <a:lnTo>
                    <a:pt x="152400" y="12743"/>
                  </a:lnTo>
                  <a:cubicBezTo>
                    <a:pt x="143002" y="12743"/>
                    <a:pt x="133731" y="13933"/>
                    <a:pt x="124587" y="16481"/>
                  </a:cubicBezTo>
                  <a:lnTo>
                    <a:pt x="123698" y="10195"/>
                  </a:lnTo>
                  <a:lnTo>
                    <a:pt x="124587" y="16481"/>
                  </a:lnTo>
                  <a:cubicBezTo>
                    <a:pt x="115443" y="18860"/>
                    <a:pt x="106426" y="22598"/>
                    <a:pt x="97790" y="27355"/>
                  </a:cubicBezTo>
                  <a:cubicBezTo>
                    <a:pt x="89154" y="32112"/>
                    <a:pt x="80899" y="38059"/>
                    <a:pt x="73152" y="45025"/>
                  </a:cubicBezTo>
                  <a:cubicBezTo>
                    <a:pt x="65405" y="51991"/>
                    <a:pt x="58166" y="59976"/>
                    <a:pt x="51562" y="68811"/>
                  </a:cubicBezTo>
                  <a:cubicBezTo>
                    <a:pt x="44958" y="77646"/>
                    <a:pt x="38989" y="87331"/>
                    <a:pt x="33782" y="97695"/>
                  </a:cubicBezTo>
                  <a:cubicBezTo>
                    <a:pt x="28575" y="108059"/>
                    <a:pt x="24130" y="119102"/>
                    <a:pt x="20574" y="130656"/>
                  </a:cubicBezTo>
                  <a:cubicBezTo>
                    <a:pt x="17018" y="142209"/>
                    <a:pt x="14224" y="154272"/>
                    <a:pt x="12446" y="166505"/>
                  </a:cubicBezTo>
                  <a:cubicBezTo>
                    <a:pt x="10668" y="178738"/>
                    <a:pt x="9652" y="191311"/>
                    <a:pt x="9652" y="203714"/>
                  </a:cubicBezTo>
                  <a:lnTo>
                    <a:pt x="9652" y="3580705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044762" y="2860672"/>
            <a:ext cx="3558016" cy="4526600"/>
            <a:chOff x="0" y="0"/>
            <a:chExt cx="3108325" cy="39544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8326" y="91408"/>
              <a:ext cx="2971673" cy="3771676"/>
            </a:xfrm>
            <a:custGeom>
              <a:avLst/>
              <a:gdLst/>
              <a:ahLst/>
              <a:cxnLst/>
              <a:rect r="r" b="b" t="t" l="l"/>
              <a:pathLst>
                <a:path h="3771676" w="2971673">
                  <a:moveTo>
                    <a:pt x="0" y="3574248"/>
                  </a:moveTo>
                  <a:lnTo>
                    <a:pt x="0" y="197427"/>
                  </a:lnTo>
                  <a:cubicBezTo>
                    <a:pt x="0" y="184514"/>
                    <a:pt x="889" y="171602"/>
                    <a:pt x="2794" y="158859"/>
                  </a:cubicBezTo>
                  <a:cubicBezTo>
                    <a:pt x="4699" y="146116"/>
                    <a:pt x="7493" y="133713"/>
                    <a:pt x="11176" y="121820"/>
                  </a:cubicBezTo>
                  <a:cubicBezTo>
                    <a:pt x="14859" y="109927"/>
                    <a:pt x="19431" y="98374"/>
                    <a:pt x="24765" y="87670"/>
                  </a:cubicBezTo>
                  <a:cubicBezTo>
                    <a:pt x="30099" y="76966"/>
                    <a:pt x="36322" y="66942"/>
                    <a:pt x="43180" y="57767"/>
                  </a:cubicBezTo>
                  <a:cubicBezTo>
                    <a:pt x="50038" y="48592"/>
                    <a:pt x="57531" y="40437"/>
                    <a:pt x="65532" y="33131"/>
                  </a:cubicBezTo>
                  <a:cubicBezTo>
                    <a:pt x="73533" y="25825"/>
                    <a:pt x="82042" y="19878"/>
                    <a:pt x="91059" y="14951"/>
                  </a:cubicBezTo>
                  <a:cubicBezTo>
                    <a:pt x="100076" y="10024"/>
                    <a:pt x="109220" y="6286"/>
                    <a:pt x="118745" y="3738"/>
                  </a:cubicBezTo>
                  <a:cubicBezTo>
                    <a:pt x="128270" y="1189"/>
                    <a:pt x="137795" y="0"/>
                    <a:pt x="147574" y="0"/>
                  </a:cubicBezTo>
                  <a:lnTo>
                    <a:pt x="2824099" y="0"/>
                  </a:lnTo>
                  <a:cubicBezTo>
                    <a:pt x="2833751" y="0"/>
                    <a:pt x="2843403" y="1189"/>
                    <a:pt x="2852928" y="3738"/>
                  </a:cubicBezTo>
                  <a:cubicBezTo>
                    <a:pt x="2862453" y="6286"/>
                    <a:pt x="2871724" y="10024"/>
                    <a:pt x="2880614" y="14951"/>
                  </a:cubicBezTo>
                  <a:cubicBezTo>
                    <a:pt x="2889504" y="19878"/>
                    <a:pt x="2898140" y="25995"/>
                    <a:pt x="2906141" y="33131"/>
                  </a:cubicBezTo>
                  <a:cubicBezTo>
                    <a:pt x="2914142" y="40267"/>
                    <a:pt x="2921635" y="48592"/>
                    <a:pt x="2928493" y="57767"/>
                  </a:cubicBezTo>
                  <a:cubicBezTo>
                    <a:pt x="2935351" y="66942"/>
                    <a:pt x="2941447" y="76966"/>
                    <a:pt x="2946908" y="87670"/>
                  </a:cubicBezTo>
                  <a:cubicBezTo>
                    <a:pt x="2952369" y="98374"/>
                    <a:pt x="2956814" y="109757"/>
                    <a:pt x="2960497" y="121820"/>
                  </a:cubicBezTo>
                  <a:cubicBezTo>
                    <a:pt x="2964180" y="133883"/>
                    <a:pt x="2966974" y="146116"/>
                    <a:pt x="2968879" y="158859"/>
                  </a:cubicBezTo>
                  <a:cubicBezTo>
                    <a:pt x="2970784" y="171602"/>
                    <a:pt x="2971673" y="184344"/>
                    <a:pt x="2971673" y="197427"/>
                  </a:cubicBezTo>
                  <a:lnTo>
                    <a:pt x="2971673" y="3574248"/>
                  </a:lnTo>
                  <a:cubicBezTo>
                    <a:pt x="2971673" y="3587161"/>
                    <a:pt x="2970784" y="3600074"/>
                    <a:pt x="2968879" y="3612816"/>
                  </a:cubicBezTo>
                  <a:cubicBezTo>
                    <a:pt x="2966974" y="3625559"/>
                    <a:pt x="2964180" y="3637962"/>
                    <a:pt x="2960497" y="3649855"/>
                  </a:cubicBezTo>
                  <a:cubicBezTo>
                    <a:pt x="2956814" y="3661748"/>
                    <a:pt x="2952242" y="3673302"/>
                    <a:pt x="2946908" y="3684006"/>
                  </a:cubicBezTo>
                  <a:cubicBezTo>
                    <a:pt x="2941574" y="3694709"/>
                    <a:pt x="2935351" y="3704734"/>
                    <a:pt x="2928493" y="3713909"/>
                  </a:cubicBezTo>
                  <a:cubicBezTo>
                    <a:pt x="2921635" y="3723083"/>
                    <a:pt x="2914142" y="3731239"/>
                    <a:pt x="2906141" y="3738544"/>
                  </a:cubicBezTo>
                  <a:cubicBezTo>
                    <a:pt x="2898140" y="3745850"/>
                    <a:pt x="2889631" y="3751797"/>
                    <a:pt x="2880614" y="3756724"/>
                  </a:cubicBezTo>
                  <a:cubicBezTo>
                    <a:pt x="2871597" y="3761651"/>
                    <a:pt x="2862453" y="3765389"/>
                    <a:pt x="2852928" y="3767937"/>
                  </a:cubicBezTo>
                  <a:cubicBezTo>
                    <a:pt x="2843403" y="3770486"/>
                    <a:pt x="2833878" y="3771676"/>
                    <a:pt x="2824099" y="3771676"/>
                  </a:cubicBezTo>
                  <a:lnTo>
                    <a:pt x="147574" y="3771676"/>
                  </a:lnTo>
                  <a:cubicBezTo>
                    <a:pt x="137922" y="3771676"/>
                    <a:pt x="128270" y="3770486"/>
                    <a:pt x="118745" y="3767937"/>
                  </a:cubicBezTo>
                  <a:cubicBezTo>
                    <a:pt x="109220" y="3765389"/>
                    <a:pt x="99949" y="3761651"/>
                    <a:pt x="91059" y="3756724"/>
                  </a:cubicBezTo>
                  <a:cubicBezTo>
                    <a:pt x="82169" y="3751797"/>
                    <a:pt x="73533" y="3745680"/>
                    <a:pt x="65532" y="3738544"/>
                  </a:cubicBezTo>
                  <a:cubicBezTo>
                    <a:pt x="57531" y="3731409"/>
                    <a:pt x="50038" y="3723083"/>
                    <a:pt x="43180" y="3713909"/>
                  </a:cubicBezTo>
                  <a:cubicBezTo>
                    <a:pt x="36322" y="3704734"/>
                    <a:pt x="30226" y="3694709"/>
                    <a:pt x="24765" y="3684006"/>
                  </a:cubicBezTo>
                  <a:cubicBezTo>
                    <a:pt x="19304" y="3673302"/>
                    <a:pt x="14859" y="3661918"/>
                    <a:pt x="11176" y="3649855"/>
                  </a:cubicBezTo>
                  <a:cubicBezTo>
                    <a:pt x="7493" y="3637792"/>
                    <a:pt x="4699" y="3625559"/>
                    <a:pt x="2794" y="3612816"/>
                  </a:cubicBezTo>
                  <a:cubicBezTo>
                    <a:pt x="889" y="3600074"/>
                    <a:pt x="0" y="3587331"/>
                    <a:pt x="0" y="3574248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84951"/>
              <a:ext cx="2981198" cy="3784419"/>
            </a:xfrm>
            <a:custGeom>
              <a:avLst/>
              <a:gdLst/>
              <a:ahLst/>
              <a:cxnLst/>
              <a:rect r="r" b="b" t="t" l="l"/>
              <a:pathLst>
                <a:path h="3784419" w="2981198">
                  <a:moveTo>
                    <a:pt x="0" y="3580705"/>
                  </a:moveTo>
                  <a:lnTo>
                    <a:pt x="0" y="203884"/>
                  </a:lnTo>
                  <a:lnTo>
                    <a:pt x="4826" y="203884"/>
                  </a:lnTo>
                  <a:lnTo>
                    <a:pt x="0" y="203884"/>
                  </a:lnTo>
                  <a:cubicBezTo>
                    <a:pt x="0" y="190462"/>
                    <a:pt x="1016" y="177209"/>
                    <a:pt x="2921" y="164127"/>
                  </a:cubicBezTo>
                  <a:cubicBezTo>
                    <a:pt x="4826" y="151044"/>
                    <a:pt x="7747" y="138301"/>
                    <a:pt x="11557" y="125899"/>
                  </a:cubicBezTo>
                  <a:lnTo>
                    <a:pt x="16002" y="128277"/>
                  </a:lnTo>
                  <a:lnTo>
                    <a:pt x="11557" y="125899"/>
                  </a:lnTo>
                  <a:cubicBezTo>
                    <a:pt x="15367" y="113496"/>
                    <a:pt x="20066" y="101772"/>
                    <a:pt x="25654" y="90729"/>
                  </a:cubicBezTo>
                  <a:lnTo>
                    <a:pt x="29591" y="94297"/>
                  </a:lnTo>
                  <a:lnTo>
                    <a:pt x="25654" y="90729"/>
                  </a:lnTo>
                  <a:cubicBezTo>
                    <a:pt x="31242" y="79515"/>
                    <a:pt x="37592" y="69321"/>
                    <a:pt x="44577" y="59806"/>
                  </a:cubicBezTo>
                  <a:lnTo>
                    <a:pt x="48006" y="64394"/>
                  </a:lnTo>
                  <a:lnTo>
                    <a:pt x="44577" y="59806"/>
                  </a:lnTo>
                  <a:cubicBezTo>
                    <a:pt x="51689" y="50292"/>
                    <a:pt x="59309" y="41967"/>
                    <a:pt x="67691" y="34491"/>
                  </a:cubicBezTo>
                  <a:cubicBezTo>
                    <a:pt x="76073" y="27015"/>
                    <a:pt x="84836" y="20729"/>
                    <a:pt x="93980" y="15632"/>
                  </a:cubicBezTo>
                  <a:cubicBezTo>
                    <a:pt x="103251" y="10534"/>
                    <a:pt x="112776" y="6627"/>
                    <a:pt x="122555" y="4078"/>
                  </a:cubicBezTo>
                  <a:cubicBezTo>
                    <a:pt x="132461" y="1360"/>
                    <a:pt x="142367" y="0"/>
                    <a:pt x="152400" y="0"/>
                  </a:cubicBezTo>
                  <a:lnTo>
                    <a:pt x="152400" y="6457"/>
                  </a:lnTo>
                  <a:lnTo>
                    <a:pt x="152400" y="0"/>
                  </a:lnTo>
                  <a:lnTo>
                    <a:pt x="2828925" y="0"/>
                  </a:lnTo>
                  <a:lnTo>
                    <a:pt x="2828925" y="6457"/>
                  </a:lnTo>
                  <a:lnTo>
                    <a:pt x="2828925" y="0"/>
                  </a:lnTo>
                  <a:cubicBezTo>
                    <a:pt x="2838958" y="0"/>
                    <a:pt x="2848864" y="1360"/>
                    <a:pt x="2858643" y="3908"/>
                  </a:cubicBezTo>
                  <a:cubicBezTo>
                    <a:pt x="2868422" y="6457"/>
                    <a:pt x="2877947" y="10365"/>
                    <a:pt x="2887218" y="15462"/>
                  </a:cubicBezTo>
                  <a:lnTo>
                    <a:pt x="2885440" y="21408"/>
                  </a:lnTo>
                  <a:lnTo>
                    <a:pt x="2887218" y="15462"/>
                  </a:lnTo>
                  <a:cubicBezTo>
                    <a:pt x="2896489" y="20559"/>
                    <a:pt x="2905252" y="26845"/>
                    <a:pt x="2913507" y="34321"/>
                  </a:cubicBezTo>
                  <a:cubicBezTo>
                    <a:pt x="2921889" y="41797"/>
                    <a:pt x="2929509" y="50292"/>
                    <a:pt x="2936621" y="59636"/>
                  </a:cubicBezTo>
                  <a:cubicBezTo>
                    <a:pt x="2943733" y="69151"/>
                    <a:pt x="2949956" y="79345"/>
                    <a:pt x="2955544" y="90559"/>
                  </a:cubicBezTo>
                  <a:cubicBezTo>
                    <a:pt x="2961132" y="101772"/>
                    <a:pt x="2965831" y="113496"/>
                    <a:pt x="2969641" y="125729"/>
                  </a:cubicBezTo>
                  <a:cubicBezTo>
                    <a:pt x="2973451" y="138132"/>
                    <a:pt x="2976372" y="150874"/>
                    <a:pt x="2978277" y="163957"/>
                  </a:cubicBezTo>
                  <a:lnTo>
                    <a:pt x="2973578" y="165146"/>
                  </a:lnTo>
                  <a:lnTo>
                    <a:pt x="2978277" y="163957"/>
                  </a:lnTo>
                  <a:cubicBezTo>
                    <a:pt x="2980182" y="177039"/>
                    <a:pt x="2981198" y="190292"/>
                    <a:pt x="2981198" y="203714"/>
                  </a:cubicBezTo>
                  <a:lnTo>
                    <a:pt x="2981198" y="3580705"/>
                  </a:lnTo>
                  <a:cubicBezTo>
                    <a:pt x="2981198" y="3594128"/>
                    <a:pt x="2980182" y="3607380"/>
                    <a:pt x="2978277" y="3620463"/>
                  </a:cubicBezTo>
                  <a:lnTo>
                    <a:pt x="2973578" y="3619273"/>
                  </a:lnTo>
                  <a:lnTo>
                    <a:pt x="2978277" y="3620463"/>
                  </a:lnTo>
                  <a:cubicBezTo>
                    <a:pt x="2976372" y="3633545"/>
                    <a:pt x="2973451" y="3646288"/>
                    <a:pt x="2969641" y="3658691"/>
                  </a:cubicBezTo>
                  <a:cubicBezTo>
                    <a:pt x="2965831" y="3671094"/>
                    <a:pt x="2961132" y="3682817"/>
                    <a:pt x="2955544" y="3693861"/>
                  </a:cubicBezTo>
                  <a:cubicBezTo>
                    <a:pt x="2949956" y="3705074"/>
                    <a:pt x="2943606" y="3715269"/>
                    <a:pt x="2936621" y="3724783"/>
                  </a:cubicBezTo>
                  <a:cubicBezTo>
                    <a:pt x="2929509" y="3734298"/>
                    <a:pt x="2921889" y="3742623"/>
                    <a:pt x="2913507" y="3750099"/>
                  </a:cubicBezTo>
                  <a:lnTo>
                    <a:pt x="2910840" y="3744832"/>
                  </a:lnTo>
                  <a:lnTo>
                    <a:pt x="2913507" y="3750099"/>
                  </a:lnTo>
                  <a:cubicBezTo>
                    <a:pt x="2905125" y="3757575"/>
                    <a:pt x="2896362" y="3763861"/>
                    <a:pt x="2887218" y="3768958"/>
                  </a:cubicBezTo>
                  <a:lnTo>
                    <a:pt x="2885440" y="3763011"/>
                  </a:lnTo>
                  <a:lnTo>
                    <a:pt x="2887218" y="3768958"/>
                  </a:lnTo>
                  <a:cubicBezTo>
                    <a:pt x="2877947" y="3774055"/>
                    <a:pt x="2868422" y="3777963"/>
                    <a:pt x="2858643" y="3780511"/>
                  </a:cubicBezTo>
                  <a:lnTo>
                    <a:pt x="2857754" y="3774225"/>
                  </a:lnTo>
                  <a:lnTo>
                    <a:pt x="2858643" y="3780511"/>
                  </a:lnTo>
                  <a:cubicBezTo>
                    <a:pt x="2848864" y="3783060"/>
                    <a:pt x="2838958" y="3784419"/>
                    <a:pt x="2828925" y="3784419"/>
                  </a:cubicBezTo>
                  <a:lnTo>
                    <a:pt x="152400" y="3784419"/>
                  </a:lnTo>
                  <a:cubicBezTo>
                    <a:pt x="142367" y="3784419"/>
                    <a:pt x="132461" y="3783060"/>
                    <a:pt x="122682" y="3780511"/>
                  </a:cubicBezTo>
                  <a:lnTo>
                    <a:pt x="123571" y="3774225"/>
                  </a:lnTo>
                  <a:lnTo>
                    <a:pt x="122682" y="3780511"/>
                  </a:lnTo>
                  <a:cubicBezTo>
                    <a:pt x="112903" y="3777963"/>
                    <a:pt x="103378" y="3774055"/>
                    <a:pt x="94107" y="3768958"/>
                  </a:cubicBezTo>
                  <a:cubicBezTo>
                    <a:pt x="84836" y="3763861"/>
                    <a:pt x="76073" y="3757575"/>
                    <a:pt x="67818" y="3750099"/>
                  </a:cubicBezTo>
                  <a:lnTo>
                    <a:pt x="70485" y="3744832"/>
                  </a:lnTo>
                  <a:lnTo>
                    <a:pt x="67818" y="3750099"/>
                  </a:lnTo>
                  <a:cubicBezTo>
                    <a:pt x="59436" y="3742623"/>
                    <a:pt x="51816" y="3734128"/>
                    <a:pt x="44704" y="3724783"/>
                  </a:cubicBezTo>
                  <a:lnTo>
                    <a:pt x="48133" y="3720196"/>
                  </a:lnTo>
                  <a:lnTo>
                    <a:pt x="44704" y="3724783"/>
                  </a:lnTo>
                  <a:cubicBezTo>
                    <a:pt x="37592" y="3715269"/>
                    <a:pt x="31369" y="3705074"/>
                    <a:pt x="25781" y="3693861"/>
                  </a:cubicBezTo>
                  <a:lnTo>
                    <a:pt x="29718" y="3690293"/>
                  </a:lnTo>
                  <a:lnTo>
                    <a:pt x="25781" y="3693861"/>
                  </a:lnTo>
                  <a:cubicBezTo>
                    <a:pt x="20193" y="3682647"/>
                    <a:pt x="15494" y="3670924"/>
                    <a:pt x="11684" y="3658691"/>
                  </a:cubicBezTo>
                  <a:lnTo>
                    <a:pt x="16129" y="3656312"/>
                  </a:lnTo>
                  <a:lnTo>
                    <a:pt x="11684" y="3658691"/>
                  </a:lnTo>
                  <a:cubicBezTo>
                    <a:pt x="7874" y="3646288"/>
                    <a:pt x="4953" y="3633545"/>
                    <a:pt x="3048" y="3620463"/>
                  </a:cubicBezTo>
                  <a:cubicBezTo>
                    <a:pt x="1143" y="3607380"/>
                    <a:pt x="127" y="3594128"/>
                    <a:pt x="127" y="3580705"/>
                  </a:cubicBezTo>
                  <a:lnTo>
                    <a:pt x="4953" y="3580705"/>
                  </a:lnTo>
                  <a:lnTo>
                    <a:pt x="0" y="3580705"/>
                  </a:lnTo>
                  <a:moveTo>
                    <a:pt x="9525" y="3580705"/>
                  </a:moveTo>
                  <a:cubicBezTo>
                    <a:pt x="9525" y="3593278"/>
                    <a:pt x="10414" y="3605681"/>
                    <a:pt x="12319" y="3617914"/>
                  </a:cubicBezTo>
                  <a:lnTo>
                    <a:pt x="7620" y="3619103"/>
                  </a:lnTo>
                  <a:lnTo>
                    <a:pt x="12319" y="3617914"/>
                  </a:lnTo>
                  <a:cubicBezTo>
                    <a:pt x="14097" y="3630147"/>
                    <a:pt x="16891" y="3642210"/>
                    <a:pt x="20447" y="3653764"/>
                  </a:cubicBezTo>
                  <a:cubicBezTo>
                    <a:pt x="24003" y="3665317"/>
                    <a:pt x="28448" y="3676361"/>
                    <a:pt x="33655" y="3686895"/>
                  </a:cubicBezTo>
                  <a:cubicBezTo>
                    <a:pt x="38862" y="3697259"/>
                    <a:pt x="44831" y="3706943"/>
                    <a:pt x="51435" y="3715778"/>
                  </a:cubicBezTo>
                  <a:cubicBezTo>
                    <a:pt x="58039" y="3724613"/>
                    <a:pt x="65278" y="3732599"/>
                    <a:pt x="73025" y="3739565"/>
                  </a:cubicBezTo>
                  <a:cubicBezTo>
                    <a:pt x="80772" y="3746531"/>
                    <a:pt x="89027" y="3752477"/>
                    <a:pt x="97790" y="3757235"/>
                  </a:cubicBezTo>
                  <a:lnTo>
                    <a:pt x="96012" y="3763181"/>
                  </a:lnTo>
                  <a:lnTo>
                    <a:pt x="97790" y="3757235"/>
                  </a:lnTo>
                  <a:cubicBezTo>
                    <a:pt x="106426" y="3761992"/>
                    <a:pt x="115443" y="3765729"/>
                    <a:pt x="124587" y="3768108"/>
                  </a:cubicBezTo>
                  <a:cubicBezTo>
                    <a:pt x="133731" y="3770487"/>
                    <a:pt x="143129" y="3771846"/>
                    <a:pt x="152400" y="3771846"/>
                  </a:cubicBezTo>
                  <a:lnTo>
                    <a:pt x="152400" y="3778133"/>
                  </a:lnTo>
                  <a:lnTo>
                    <a:pt x="152400" y="3771846"/>
                  </a:lnTo>
                  <a:lnTo>
                    <a:pt x="2828925" y="3771846"/>
                  </a:lnTo>
                  <a:lnTo>
                    <a:pt x="2828925" y="3778303"/>
                  </a:lnTo>
                  <a:lnTo>
                    <a:pt x="2828925" y="3772016"/>
                  </a:lnTo>
                  <a:cubicBezTo>
                    <a:pt x="2838323" y="3772016"/>
                    <a:pt x="2847594" y="3770827"/>
                    <a:pt x="2856738" y="3768278"/>
                  </a:cubicBezTo>
                  <a:cubicBezTo>
                    <a:pt x="2865882" y="3765729"/>
                    <a:pt x="2874899" y="3762161"/>
                    <a:pt x="2883535" y="3757404"/>
                  </a:cubicBezTo>
                  <a:cubicBezTo>
                    <a:pt x="2892171" y="3752647"/>
                    <a:pt x="2900426" y="3746701"/>
                    <a:pt x="2908173" y="3739735"/>
                  </a:cubicBezTo>
                  <a:cubicBezTo>
                    <a:pt x="2915920" y="3732768"/>
                    <a:pt x="2923159" y="3724783"/>
                    <a:pt x="2929763" y="3715948"/>
                  </a:cubicBezTo>
                  <a:lnTo>
                    <a:pt x="2933192" y="3720535"/>
                  </a:lnTo>
                  <a:lnTo>
                    <a:pt x="2929763" y="3715948"/>
                  </a:lnTo>
                  <a:cubicBezTo>
                    <a:pt x="2936367" y="3707113"/>
                    <a:pt x="2942336" y="3697429"/>
                    <a:pt x="2947543" y="3687064"/>
                  </a:cubicBezTo>
                  <a:lnTo>
                    <a:pt x="2951480" y="3690632"/>
                  </a:lnTo>
                  <a:lnTo>
                    <a:pt x="2947543" y="3687064"/>
                  </a:lnTo>
                  <a:cubicBezTo>
                    <a:pt x="2952750" y="3676700"/>
                    <a:pt x="2957195" y="3665657"/>
                    <a:pt x="2960751" y="3653934"/>
                  </a:cubicBezTo>
                  <a:lnTo>
                    <a:pt x="2965196" y="3656312"/>
                  </a:lnTo>
                  <a:lnTo>
                    <a:pt x="2960751" y="3653934"/>
                  </a:lnTo>
                  <a:cubicBezTo>
                    <a:pt x="2964307" y="3642380"/>
                    <a:pt x="2967101" y="3630317"/>
                    <a:pt x="2968879" y="3618084"/>
                  </a:cubicBezTo>
                  <a:cubicBezTo>
                    <a:pt x="2970657" y="3605851"/>
                    <a:pt x="2971673" y="3593278"/>
                    <a:pt x="2971673" y="3580875"/>
                  </a:cubicBezTo>
                  <a:lnTo>
                    <a:pt x="2976372" y="3580875"/>
                  </a:lnTo>
                  <a:lnTo>
                    <a:pt x="2971800" y="3580875"/>
                  </a:lnTo>
                  <a:lnTo>
                    <a:pt x="2971800" y="203884"/>
                  </a:lnTo>
                  <a:lnTo>
                    <a:pt x="2976626" y="203884"/>
                  </a:lnTo>
                  <a:lnTo>
                    <a:pt x="2971800" y="203884"/>
                  </a:lnTo>
                  <a:cubicBezTo>
                    <a:pt x="2971800" y="191311"/>
                    <a:pt x="2970911" y="178908"/>
                    <a:pt x="2969006" y="166675"/>
                  </a:cubicBezTo>
                  <a:cubicBezTo>
                    <a:pt x="2967228" y="154442"/>
                    <a:pt x="2964434" y="142379"/>
                    <a:pt x="2960878" y="130826"/>
                  </a:cubicBezTo>
                  <a:lnTo>
                    <a:pt x="2965323" y="128447"/>
                  </a:lnTo>
                  <a:lnTo>
                    <a:pt x="2960878" y="130826"/>
                  </a:lnTo>
                  <a:cubicBezTo>
                    <a:pt x="2957322" y="119272"/>
                    <a:pt x="2952877" y="108229"/>
                    <a:pt x="2947670" y="97695"/>
                  </a:cubicBezTo>
                  <a:lnTo>
                    <a:pt x="2951607" y="94127"/>
                  </a:lnTo>
                  <a:lnTo>
                    <a:pt x="2947670" y="97695"/>
                  </a:lnTo>
                  <a:cubicBezTo>
                    <a:pt x="2942463" y="87331"/>
                    <a:pt x="2936494" y="77646"/>
                    <a:pt x="2929890" y="68811"/>
                  </a:cubicBezTo>
                  <a:lnTo>
                    <a:pt x="2933319" y="64224"/>
                  </a:lnTo>
                  <a:lnTo>
                    <a:pt x="2929890" y="68811"/>
                  </a:lnTo>
                  <a:cubicBezTo>
                    <a:pt x="2923286" y="59976"/>
                    <a:pt x="2916047" y="51991"/>
                    <a:pt x="2908300" y="45025"/>
                  </a:cubicBezTo>
                  <a:lnTo>
                    <a:pt x="2910967" y="39758"/>
                  </a:lnTo>
                  <a:lnTo>
                    <a:pt x="2908300" y="45025"/>
                  </a:lnTo>
                  <a:cubicBezTo>
                    <a:pt x="2900553" y="38059"/>
                    <a:pt x="2892298" y="32112"/>
                    <a:pt x="2883535" y="27355"/>
                  </a:cubicBezTo>
                  <a:cubicBezTo>
                    <a:pt x="2874899" y="22598"/>
                    <a:pt x="2865882" y="18860"/>
                    <a:pt x="2856738" y="16481"/>
                  </a:cubicBezTo>
                  <a:lnTo>
                    <a:pt x="2857627" y="10195"/>
                  </a:lnTo>
                  <a:lnTo>
                    <a:pt x="2856738" y="16481"/>
                  </a:lnTo>
                  <a:cubicBezTo>
                    <a:pt x="2847594" y="14102"/>
                    <a:pt x="2838196" y="12743"/>
                    <a:pt x="2828925" y="12743"/>
                  </a:cubicBezTo>
                  <a:lnTo>
                    <a:pt x="152400" y="12743"/>
                  </a:lnTo>
                  <a:cubicBezTo>
                    <a:pt x="143002" y="12743"/>
                    <a:pt x="133731" y="13933"/>
                    <a:pt x="124587" y="16481"/>
                  </a:cubicBezTo>
                  <a:lnTo>
                    <a:pt x="123698" y="10195"/>
                  </a:lnTo>
                  <a:lnTo>
                    <a:pt x="124587" y="16481"/>
                  </a:lnTo>
                  <a:cubicBezTo>
                    <a:pt x="115443" y="18860"/>
                    <a:pt x="106426" y="22598"/>
                    <a:pt x="97790" y="27355"/>
                  </a:cubicBezTo>
                  <a:lnTo>
                    <a:pt x="96012" y="21408"/>
                  </a:lnTo>
                  <a:lnTo>
                    <a:pt x="97790" y="27355"/>
                  </a:lnTo>
                  <a:cubicBezTo>
                    <a:pt x="89154" y="32112"/>
                    <a:pt x="80899" y="38059"/>
                    <a:pt x="73025" y="45025"/>
                  </a:cubicBezTo>
                  <a:lnTo>
                    <a:pt x="70358" y="39758"/>
                  </a:lnTo>
                  <a:lnTo>
                    <a:pt x="73025" y="45025"/>
                  </a:lnTo>
                  <a:cubicBezTo>
                    <a:pt x="65278" y="51991"/>
                    <a:pt x="58039" y="59976"/>
                    <a:pt x="51435" y="68811"/>
                  </a:cubicBezTo>
                  <a:cubicBezTo>
                    <a:pt x="44831" y="77646"/>
                    <a:pt x="38862" y="87331"/>
                    <a:pt x="33655" y="97695"/>
                  </a:cubicBezTo>
                  <a:cubicBezTo>
                    <a:pt x="28448" y="108059"/>
                    <a:pt x="24003" y="119102"/>
                    <a:pt x="20447" y="130826"/>
                  </a:cubicBezTo>
                  <a:cubicBezTo>
                    <a:pt x="16891" y="142379"/>
                    <a:pt x="14097" y="154442"/>
                    <a:pt x="12319" y="166675"/>
                  </a:cubicBezTo>
                  <a:lnTo>
                    <a:pt x="7620" y="165486"/>
                  </a:lnTo>
                  <a:lnTo>
                    <a:pt x="12319" y="166675"/>
                  </a:lnTo>
                  <a:cubicBezTo>
                    <a:pt x="10541" y="178908"/>
                    <a:pt x="9525" y="191481"/>
                    <a:pt x="9525" y="203884"/>
                  </a:cubicBezTo>
                  <a:lnTo>
                    <a:pt x="9525" y="3580705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719081" y="2860672"/>
            <a:ext cx="3568919" cy="4526600"/>
            <a:chOff x="0" y="0"/>
            <a:chExt cx="3117850" cy="39544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8326" y="91408"/>
              <a:ext cx="2981198" cy="3771676"/>
            </a:xfrm>
            <a:custGeom>
              <a:avLst/>
              <a:gdLst/>
              <a:ahLst/>
              <a:cxnLst/>
              <a:rect r="r" b="b" t="t" l="l"/>
              <a:pathLst>
                <a:path h="3771676" w="2981198">
                  <a:moveTo>
                    <a:pt x="0" y="3574248"/>
                  </a:moveTo>
                  <a:lnTo>
                    <a:pt x="0" y="197427"/>
                  </a:lnTo>
                  <a:cubicBezTo>
                    <a:pt x="0" y="184514"/>
                    <a:pt x="889" y="171602"/>
                    <a:pt x="2794" y="158859"/>
                  </a:cubicBezTo>
                  <a:cubicBezTo>
                    <a:pt x="4699" y="146116"/>
                    <a:pt x="7493" y="133713"/>
                    <a:pt x="11176" y="121820"/>
                  </a:cubicBezTo>
                  <a:cubicBezTo>
                    <a:pt x="14859" y="109927"/>
                    <a:pt x="19431" y="98374"/>
                    <a:pt x="24765" y="87670"/>
                  </a:cubicBezTo>
                  <a:cubicBezTo>
                    <a:pt x="30099" y="76966"/>
                    <a:pt x="36322" y="66942"/>
                    <a:pt x="43180" y="57767"/>
                  </a:cubicBezTo>
                  <a:cubicBezTo>
                    <a:pt x="50038" y="48592"/>
                    <a:pt x="57531" y="40437"/>
                    <a:pt x="65532" y="33131"/>
                  </a:cubicBezTo>
                  <a:cubicBezTo>
                    <a:pt x="73533" y="25825"/>
                    <a:pt x="82042" y="19878"/>
                    <a:pt x="91059" y="14951"/>
                  </a:cubicBezTo>
                  <a:cubicBezTo>
                    <a:pt x="100076" y="10024"/>
                    <a:pt x="109220" y="6286"/>
                    <a:pt x="118745" y="3738"/>
                  </a:cubicBezTo>
                  <a:cubicBezTo>
                    <a:pt x="128270" y="1189"/>
                    <a:pt x="137795" y="0"/>
                    <a:pt x="147574" y="0"/>
                  </a:cubicBezTo>
                  <a:lnTo>
                    <a:pt x="2833624" y="0"/>
                  </a:lnTo>
                  <a:cubicBezTo>
                    <a:pt x="2843276" y="0"/>
                    <a:pt x="2852928" y="1189"/>
                    <a:pt x="2862453" y="3738"/>
                  </a:cubicBezTo>
                  <a:cubicBezTo>
                    <a:pt x="2871978" y="6286"/>
                    <a:pt x="2881249" y="10024"/>
                    <a:pt x="2890139" y="14951"/>
                  </a:cubicBezTo>
                  <a:cubicBezTo>
                    <a:pt x="2899029" y="19878"/>
                    <a:pt x="2907665" y="25995"/>
                    <a:pt x="2915666" y="33131"/>
                  </a:cubicBezTo>
                  <a:cubicBezTo>
                    <a:pt x="2923667" y="40267"/>
                    <a:pt x="2931160" y="48592"/>
                    <a:pt x="2938018" y="57767"/>
                  </a:cubicBezTo>
                  <a:cubicBezTo>
                    <a:pt x="2944876" y="66942"/>
                    <a:pt x="2950972" y="76966"/>
                    <a:pt x="2956433" y="87670"/>
                  </a:cubicBezTo>
                  <a:cubicBezTo>
                    <a:pt x="2961894" y="98374"/>
                    <a:pt x="2966339" y="109757"/>
                    <a:pt x="2970022" y="121820"/>
                  </a:cubicBezTo>
                  <a:cubicBezTo>
                    <a:pt x="2973705" y="133883"/>
                    <a:pt x="2976499" y="146116"/>
                    <a:pt x="2978404" y="158859"/>
                  </a:cubicBezTo>
                  <a:cubicBezTo>
                    <a:pt x="2980309" y="171602"/>
                    <a:pt x="2981198" y="184344"/>
                    <a:pt x="2981198" y="197427"/>
                  </a:cubicBezTo>
                  <a:lnTo>
                    <a:pt x="2981198" y="3574248"/>
                  </a:lnTo>
                  <a:cubicBezTo>
                    <a:pt x="2981198" y="3587161"/>
                    <a:pt x="2980309" y="3600074"/>
                    <a:pt x="2978404" y="3612816"/>
                  </a:cubicBezTo>
                  <a:cubicBezTo>
                    <a:pt x="2976499" y="3625559"/>
                    <a:pt x="2973705" y="3637962"/>
                    <a:pt x="2970022" y="3649855"/>
                  </a:cubicBezTo>
                  <a:cubicBezTo>
                    <a:pt x="2966339" y="3661748"/>
                    <a:pt x="2961767" y="3673302"/>
                    <a:pt x="2956433" y="3684006"/>
                  </a:cubicBezTo>
                  <a:cubicBezTo>
                    <a:pt x="2951099" y="3694709"/>
                    <a:pt x="2944876" y="3704734"/>
                    <a:pt x="2938018" y="3713909"/>
                  </a:cubicBezTo>
                  <a:cubicBezTo>
                    <a:pt x="2931160" y="3723083"/>
                    <a:pt x="2923667" y="3731239"/>
                    <a:pt x="2915666" y="3738544"/>
                  </a:cubicBezTo>
                  <a:cubicBezTo>
                    <a:pt x="2907665" y="3745850"/>
                    <a:pt x="2899156" y="3751797"/>
                    <a:pt x="2890139" y="3756724"/>
                  </a:cubicBezTo>
                  <a:cubicBezTo>
                    <a:pt x="2881122" y="3761651"/>
                    <a:pt x="2871978" y="3765389"/>
                    <a:pt x="2862453" y="3767937"/>
                  </a:cubicBezTo>
                  <a:cubicBezTo>
                    <a:pt x="2852928" y="3770486"/>
                    <a:pt x="2843403" y="3771676"/>
                    <a:pt x="2833624" y="3771676"/>
                  </a:cubicBezTo>
                  <a:lnTo>
                    <a:pt x="147574" y="3771676"/>
                  </a:lnTo>
                  <a:cubicBezTo>
                    <a:pt x="137922" y="3771676"/>
                    <a:pt x="128270" y="3770486"/>
                    <a:pt x="118745" y="3767937"/>
                  </a:cubicBezTo>
                  <a:cubicBezTo>
                    <a:pt x="109220" y="3765389"/>
                    <a:pt x="99949" y="3761651"/>
                    <a:pt x="91059" y="3756724"/>
                  </a:cubicBezTo>
                  <a:cubicBezTo>
                    <a:pt x="82169" y="3751797"/>
                    <a:pt x="73533" y="3745680"/>
                    <a:pt x="65532" y="3738544"/>
                  </a:cubicBezTo>
                  <a:cubicBezTo>
                    <a:pt x="57531" y="3731409"/>
                    <a:pt x="50038" y="3723083"/>
                    <a:pt x="43180" y="3713909"/>
                  </a:cubicBezTo>
                  <a:cubicBezTo>
                    <a:pt x="36322" y="3704734"/>
                    <a:pt x="30226" y="3694709"/>
                    <a:pt x="24765" y="3684006"/>
                  </a:cubicBezTo>
                  <a:cubicBezTo>
                    <a:pt x="19304" y="3673302"/>
                    <a:pt x="14859" y="3661918"/>
                    <a:pt x="11176" y="3649855"/>
                  </a:cubicBezTo>
                  <a:cubicBezTo>
                    <a:pt x="7493" y="3637792"/>
                    <a:pt x="4699" y="3625559"/>
                    <a:pt x="2794" y="3612816"/>
                  </a:cubicBezTo>
                  <a:cubicBezTo>
                    <a:pt x="889" y="3600074"/>
                    <a:pt x="0" y="3587331"/>
                    <a:pt x="0" y="3574248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84951"/>
              <a:ext cx="2990723" cy="3784419"/>
            </a:xfrm>
            <a:custGeom>
              <a:avLst/>
              <a:gdLst/>
              <a:ahLst/>
              <a:cxnLst/>
              <a:rect r="r" b="b" t="t" l="l"/>
              <a:pathLst>
                <a:path h="3784419" w="2990723">
                  <a:moveTo>
                    <a:pt x="0" y="3580705"/>
                  </a:moveTo>
                  <a:lnTo>
                    <a:pt x="0" y="203884"/>
                  </a:lnTo>
                  <a:lnTo>
                    <a:pt x="4826" y="203884"/>
                  </a:lnTo>
                  <a:lnTo>
                    <a:pt x="0" y="203884"/>
                  </a:lnTo>
                  <a:cubicBezTo>
                    <a:pt x="0" y="190462"/>
                    <a:pt x="1016" y="177209"/>
                    <a:pt x="2921" y="164127"/>
                  </a:cubicBezTo>
                  <a:lnTo>
                    <a:pt x="7620" y="165316"/>
                  </a:lnTo>
                  <a:lnTo>
                    <a:pt x="2921" y="164127"/>
                  </a:lnTo>
                  <a:cubicBezTo>
                    <a:pt x="4826" y="151044"/>
                    <a:pt x="7747" y="138301"/>
                    <a:pt x="11557" y="125899"/>
                  </a:cubicBezTo>
                  <a:lnTo>
                    <a:pt x="16002" y="128277"/>
                  </a:lnTo>
                  <a:lnTo>
                    <a:pt x="11557" y="125899"/>
                  </a:lnTo>
                  <a:cubicBezTo>
                    <a:pt x="15367" y="113496"/>
                    <a:pt x="20066" y="101772"/>
                    <a:pt x="25654" y="90729"/>
                  </a:cubicBezTo>
                  <a:cubicBezTo>
                    <a:pt x="31242" y="79515"/>
                    <a:pt x="37592" y="69321"/>
                    <a:pt x="44577" y="59806"/>
                  </a:cubicBezTo>
                  <a:lnTo>
                    <a:pt x="48006" y="64394"/>
                  </a:lnTo>
                  <a:lnTo>
                    <a:pt x="44577" y="59806"/>
                  </a:lnTo>
                  <a:cubicBezTo>
                    <a:pt x="51689" y="50292"/>
                    <a:pt x="59309" y="41967"/>
                    <a:pt x="67691" y="34491"/>
                  </a:cubicBezTo>
                  <a:cubicBezTo>
                    <a:pt x="76073" y="27015"/>
                    <a:pt x="84836" y="20729"/>
                    <a:pt x="93980" y="15632"/>
                  </a:cubicBezTo>
                  <a:lnTo>
                    <a:pt x="95758" y="21578"/>
                  </a:lnTo>
                  <a:lnTo>
                    <a:pt x="93980" y="15632"/>
                  </a:lnTo>
                  <a:cubicBezTo>
                    <a:pt x="103251" y="10534"/>
                    <a:pt x="112776" y="6627"/>
                    <a:pt x="122555" y="4078"/>
                  </a:cubicBezTo>
                  <a:cubicBezTo>
                    <a:pt x="132461" y="1360"/>
                    <a:pt x="142367" y="0"/>
                    <a:pt x="152400" y="0"/>
                  </a:cubicBezTo>
                  <a:lnTo>
                    <a:pt x="152400" y="6457"/>
                  </a:lnTo>
                  <a:lnTo>
                    <a:pt x="152400" y="0"/>
                  </a:lnTo>
                  <a:lnTo>
                    <a:pt x="2838450" y="0"/>
                  </a:lnTo>
                  <a:lnTo>
                    <a:pt x="2838450" y="6457"/>
                  </a:lnTo>
                  <a:lnTo>
                    <a:pt x="2838450" y="0"/>
                  </a:lnTo>
                  <a:cubicBezTo>
                    <a:pt x="2848483" y="0"/>
                    <a:pt x="2858389" y="1360"/>
                    <a:pt x="2868168" y="3908"/>
                  </a:cubicBezTo>
                  <a:cubicBezTo>
                    <a:pt x="2877947" y="6457"/>
                    <a:pt x="2887472" y="10365"/>
                    <a:pt x="2896743" y="15462"/>
                  </a:cubicBezTo>
                  <a:lnTo>
                    <a:pt x="2894965" y="21408"/>
                  </a:lnTo>
                  <a:lnTo>
                    <a:pt x="2896743" y="15462"/>
                  </a:lnTo>
                  <a:cubicBezTo>
                    <a:pt x="2906014" y="20559"/>
                    <a:pt x="2914777" y="26845"/>
                    <a:pt x="2923032" y="34321"/>
                  </a:cubicBezTo>
                  <a:cubicBezTo>
                    <a:pt x="2931414" y="41797"/>
                    <a:pt x="2939034" y="50292"/>
                    <a:pt x="2946146" y="59636"/>
                  </a:cubicBezTo>
                  <a:lnTo>
                    <a:pt x="2942717" y="64224"/>
                  </a:lnTo>
                  <a:lnTo>
                    <a:pt x="2946146" y="59636"/>
                  </a:lnTo>
                  <a:cubicBezTo>
                    <a:pt x="2953258" y="69151"/>
                    <a:pt x="2959481" y="79345"/>
                    <a:pt x="2965069" y="90559"/>
                  </a:cubicBezTo>
                  <a:lnTo>
                    <a:pt x="2961132" y="94127"/>
                  </a:lnTo>
                  <a:lnTo>
                    <a:pt x="2965069" y="90559"/>
                  </a:lnTo>
                  <a:cubicBezTo>
                    <a:pt x="2970657" y="101772"/>
                    <a:pt x="2975356" y="113496"/>
                    <a:pt x="2979166" y="125729"/>
                  </a:cubicBezTo>
                  <a:cubicBezTo>
                    <a:pt x="2982976" y="138132"/>
                    <a:pt x="2985897" y="150874"/>
                    <a:pt x="2987802" y="163957"/>
                  </a:cubicBezTo>
                  <a:lnTo>
                    <a:pt x="2983103" y="165146"/>
                  </a:lnTo>
                  <a:lnTo>
                    <a:pt x="2987802" y="163957"/>
                  </a:lnTo>
                  <a:cubicBezTo>
                    <a:pt x="2989707" y="177039"/>
                    <a:pt x="2990723" y="190292"/>
                    <a:pt x="2990723" y="203714"/>
                  </a:cubicBezTo>
                  <a:lnTo>
                    <a:pt x="2990723" y="3580705"/>
                  </a:lnTo>
                  <a:cubicBezTo>
                    <a:pt x="2990723" y="3594128"/>
                    <a:pt x="2989707" y="3607380"/>
                    <a:pt x="2987802" y="3620463"/>
                  </a:cubicBezTo>
                  <a:lnTo>
                    <a:pt x="2983103" y="3619273"/>
                  </a:lnTo>
                  <a:lnTo>
                    <a:pt x="2987802" y="3620463"/>
                  </a:lnTo>
                  <a:cubicBezTo>
                    <a:pt x="2985897" y="3633545"/>
                    <a:pt x="2982976" y="3646288"/>
                    <a:pt x="2979166" y="3658691"/>
                  </a:cubicBezTo>
                  <a:cubicBezTo>
                    <a:pt x="2975356" y="3671094"/>
                    <a:pt x="2970657" y="3682817"/>
                    <a:pt x="2965069" y="3693861"/>
                  </a:cubicBezTo>
                  <a:lnTo>
                    <a:pt x="2961132" y="3690293"/>
                  </a:lnTo>
                  <a:lnTo>
                    <a:pt x="2965069" y="3693861"/>
                  </a:lnTo>
                  <a:cubicBezTo>
                    <a:pt x="2959481" y="3705074"/>
                    <a:pt x="2953131" y="3715269"/>
                    <a:pt x="2946146" y="3724783"/>
                  </a:cubicBezTo>
                  <a:lnTo>
                    <a:pt x="2942717" y="3720196"/>
                  </a:lnTo>
                  <a:lnTo>
                    <a:pt x="2946146" y="3724783"/>
                  </a:lnTo>
                  <a:cubicBezTo>
                    <a:pt x="2939034" y="3734298"/>
                    <a:pt x="2931414" y="3742623"/>
                    <a:pt x="2923032" y="3750099"/>
                  </a:cubicBezTo>
                  <a:lnTo>
                    <a:pt x="2920365" y="3744832"/>
                  </a:lnTo>
                  <a:lnTo>
                    <a:pt x="2923032" y="3750099"/>
                  </a:lnTo>
                  <a:cubicBezTo>
                    <a:pt x="2914650" y="3757575"/>
                    <a:pt x="2905887" y="3763861"/>
                    <a:pt x="2896743" y="3768958"/>
                  </a:cubicBezTo>
                  <a:lnTo>
                    <a:pt x="2894965" y="3763011"/>
                  </a:lnTo>
                  <a:lnTo>
                    <a:pt x="2896743" y="3768958"/>
                  </a:lnTo>
                  <a:cubicBezTo>
                    <a:pt x="2887472" y="3774055"/>
                    <a:pt x="2877947" y="3777963"/>
                    <a:pt x="2868168" y="3780511"/>
                  </a:cubicBezTo>
                  <a:lnTo>
                    <a:pt x="2867279" y="3774225"/>
                  </a:lnTo>
                  <a:lnTo>
                    <a:pt x="2868168" y="3780511"/>
                  </a:lnTo>
                  <a:cubicBezTo>
                    <a:pt x="2858389" y="3783060"/>
                    <a:pt x="2848483" y="3784419"/>
                    <a:pt x="2838450" y="3784419"/>
                  </a:cubicBezTo>
                  <a:lnTo>
                    <a:pt x="152400" y="3784419"/>
                  </a:lnTo>
                  <a:cubicBezTo>
                    <a:pt x="142367" y="3784419"/>
                    <a:pt x="132461" y="3783060"/>
                    <a:pt x="122682" y="3780511"/>
                  </a:cubicBezTo>
                  <a:lnTo>
                    <a:pt x="123571" y="3774225"/>
                  </a:lnTo>
                  <a:lnTo>
                    <a:pt x="122682" y="3780511"/>
                  </a:lnTo>
                  <a:cubicBezTo>
                    <a:pt x="112903" y="3777963"/>
                    <a:pt x="103378" y="3774055"/>
                    <a:pt x="94107" y="3768958"/>
                  </a:cubicBezTo>
                  <a:lnTo>
                    <a:pt x="95885" y="3763011"/>
                  </a:lnTo>
                  <a:lnTo>
                    <a:pt x="94107" y="3768958"/>
                  </a:lnTo>
                  <a:cubicBezTo>
                    <a:pt x="84836" y="3763861"/>
                    <a:pt x="76073" y="3757575"/>
                    <a:pt x="67818" y="3750099"/>
                  </a:cubicBezTo>
                  <a:lnTo>
                    <a:pt x="70485" y="3744832"/>
                  </a:lnTo>
                  <a:lnTo>
                    <a:pt x="67818" y="3750099"/>
                  </a:lnTo>
                  <a:cubicBezTo>
                    <a:pt x="59436" y="3742623"/>
                    <a:pt x="51816" y="3734128"/>
                    <a:pt x="44704" y="3724783"/>
                  </a:cubicBezTo>
                  <a:lnTo>
                    <a:pt x="48133" y="3720196"/>
                  </a:lnTo>
                  <a:lnTo>
                    <a:pt x="44704" y="3724783"/>
                  </a:lnTo>
                  <a:cubicBezTo>
                    <a:pt x="37592" y="3715269"/>
                    <a:pt x="31369" y="3705074"/>
                    <a:pt x="25781" y="3693861"/>
                  </a:cubicBezTo>
                  <a:lnTo>
                    <a:pt x="29718" y="3690293"/>
                  </a:lnTo>
                  <a:lnTo>
                    <a:pt x="25781" y="3693861"/>
                  </a:lnTo>
                  <a:cubicBezTo>
                    <a:pt x="20193" y="3682647"/>
                    <a:pt x="15494" y="3670924"/>
                    <a:pt x="11684" y="3658691"/>
                  </a:cubicBezTo>
                  <a:lnTo>
                    <a:pt x="16129" y="3656312"/>
                  </a:lnTo>
                  <a:lnTo>
                    <a:pt x="11684" y="3658691"/>
                  </a:lnTo>
                  <a:cubicBezTo>
                    <a:pt x="7874" y="3646288"/>
                    <a:pt x="4953" y="3633545"/>
                    <a:pt x="3048" y="3620463"/>
                  </a:cubicBezTo>
                  <a:cubicBezTo>
                    <a:pt x="1143" y="3607380"/>
                    <a:pt x="127" y="3594128"/>
                    <a:pt x="127" y="3580705"/>
                  </a:cubicBezTo>
                  <a:lnTo>
                    <a:pt x="4953" y="3580705"/>
                  </a:lnTo>
                  <a:lnTo>
                    <a:pt x="0" y="3580705"/>
                  </a:lnTo>
                  <a:moveTo>
                    <a:pt x="9525" y="3580705"/>
                  </a:moveTo>
                  <a:cubicBezTo>
                    <a:pt x="9525" y="3593278"/>
                    <a:pt x="10414" y="3605681"/>
                    <a:pt x="12319" y="3617914"/>
                  </a:cubicBezTo>
                  <a:lnTo>
                    <a:pt x="7620" y="3619103"/>
                  </a:lnTo>
                  <a:lnTo>
                    <a:pt x="12319" y="3617914"/>
                  </a:lnTo>
                  <a:cubicBezTo>
                    <a:pt x="14097" y="3630147"/>
                    <a:pt x="16891" y="3642210"/>
                    <a:pt x="20447" y="3653764"/>
                  </a:cubicBezTo>
                  <a:cubicBezTo>
                    <a:pt x="24003" y="3665317"/>
                    <a:pt x="28448" y="3676361"/>
                    <a:pt x="33655" y="3686725"/>
                  </a:cubicBezTo>
                  <a:cubicBezTo>
                    <a:pt x="38862" y="3697089"/>
                    <a:pt x="44831" y="3706773"/>
                    <a:pt x="51435" y="3715608"/>
                  </a:cubicBezTo>
                  <a:cubicBezTo>
                    <a:pt x="58039" y="3724443"/>
                    <a:pt x="65278" y="3732429"/>
                    <a:pt x="73025" y="3739395"/>
                  </a:cubicBezTo>
                  <a:cubicBezTo>
                    <a:pt x="80772" y="3746361"/>
                    <a:pt x="89027" y="3752307"/>
                    <a:pt x="97663" y="3757065"/>
                  </a:cubicBezTo>
                  <a:cubicBezTo>
                    <a:pt x="106299" y="3761822"/>
                    <a:pt x="115316" y="3765560"/>
                    <a:pt x="124460" y="3767939"/>
                  </a:cubicBezTo>
                  <a:cubicBezTo>
                    <a:pt x="133604" y="3770317"/>
                    <a:pt x="143002" y="3771676"/>
                    <a:pt x="152273" y="3771676"/>
                  </a:cubicBezTo>
                  <a:lnTo>
                    <a:pt x="152273" y="3777963"/>
                  </a:lnTo>
                  <a:lnTo>
                    <a:pt x="152273" y="3771846"/>
                  </a:lnTo>
                  <a:lnTo>
                    <a:pt x="2838450" y="3771846"/>
                  </a:lnTo>
                  <a:lnTo>
                    <a:pt x="2838450" y="3778303"/>
                  </a:lnTo>
                  <a:lnTo>
                    <a:pt x="2838450" y="3772016"/>
                  </a:lnTo>
                  <a:cubicBezTo>
                    <a:pt x="2847848" y="3772016"/>
                    <a:pt x="2857119" y="3770827"/>
                    <a:pt x="2866263" y="3768278"/>
                  </a:cubicBezTo>
                  <a:cubicBezTo>
                    <a:pt x="2875407" y="3765900"/>
                    <a:pt x="2884424" y="3762161"/>
                    <a:pt x="2893060" y="3757404"/>
                  </a:cubicBezTo>
                  <a:cubicBezTo>
                    <a:pt x="2901696" y="3752647"/>
                    <a:pt x="2909951" y="3746701"/>
                    <a:pt x="2917825" y="3739735"/>
                  </a:cubicBezTo>
                  <a:cubicBezTo>
                    <a:pt x="2925572" y="3732768"/>
                    <a:pt x="2932811" y="3724783"/>
                    <a:pt x="2939415" y="3715948"/>
                  </a:cubicBezTo>
                  <a:cubicBezTo>
                    <a:pt x="2946019" y="3707113"/>
                    <a:pt x="2951988" y="3697429"/>
                    <a:pt x="2957195" y="3687064"/>
                  </a:cubicBezTo>
                  <a:cubicBezTo>
                    <a:pt x="2962402" y="3676700"/>
                    <a:pt x="2966847" y="3665657"/>
                    <a:pt x="2970403" y="3653934"/>
                  </a:cubicBezTo>
                  <a:lnTo>
                    <a:pt x="2974848" y="3656312"/>
                  </a:lnTo>
                  <a:lnTo>
                    <a:pt x="2970403" y="3653934"/>
                  </a:lnTo>
                  <a:cubicBezTo>
                    <a:pt x="2973959" y="3642380"/>
                    <a:pt x="2976753" y="3630317"/>
                    <a:pt x="2978531" y="3618084"/>
                  </a:cubicBezTo>
                  <a:cubicBezTo>
                    <a:pt x="2980309" y="3605851"/>
                    <a:pt x="2981325" y="3593278"/>
                    <a:pt x="2981325" y="3580875"/>
                  </a:cubicBezTo>
                  <a:lnTo>
                    <a:pt x="2986024" y="3580875"/>
                  </a:lnTo>
                  <a:lnTo>
                    <a:pt x="2981198" y="3580875"/>
                  </a:lnTo>
                  <a:lnTo>
                    <a:pt x="2981198" y="203884"/>
                  </a:lnTo>
                  <a:lnTo>
                    <a:pt x="2986024" y="203884"/>
                  </a:lnTo>
                  <a:lnTo>
                    <a:pt x="2981325" y="203884"/>
                  </a:lnTo>
                  <a:cubicBezTo>
                    <a:pt x="2981325" y="191311"/>
                    <a:pt x="2980436" y="178908"/>
                    <a:pt x="2978531" y="166675"/>
                  </a:cubicBezTo>
                  <a:cubicBezTo>
                    <a:pt x="2976753" y="154442"/>
                    <a:pt x="2973959" y="142379"/>
                    <a:pt x="2970403" y="130826"/>
                  </a:cubicBezTo>
                  <a:lnTo>
                    <a:pt x="2974848" y="128447"/>
                  </a:lnTo>
                  <a:lnTo>
                    <a:pt x="2970403" y="130826"/>
                  </a:lnTo>
                  <a:cubicBezTo>
                    <a:pt x="2966847" y="119272"/>
                    <a:pt x="2962402" y="108229"/>
                    <a:pt x="2957195" y="97695"/>
                  </a:cubicBezTo>
                  <a:cubicBezTo>
                    <a:pt x="2951988" y="87331"/>
                    <a:pt x="2946019" y="77646"/>
                    <a:pt x="2939415" y="68811"/>
                  </a:cubicBezTo>
                  <a:cubicBezTo>
                    <a:pt x="2932811" y="59976"/>
                    <a:pt x="2925572" y="51991"/>
                    <a:pt x="2917825" y="45025"/>
                  </a:cubicBezTo>
                  <a:lnTo>
                    <a:pt x="2920492" y="39758"/>
                  </a:lnTo>
                  <a:lnTo>
                    <a:pt x="2917825" y="45025"/>
                  </a:lnTo>
                  <a:cubicBezTo>
                    <a:pt x="2910078" y="38059"/>
                    <a:pt x="2901823" y="32112"/>
                    <a:pt x="2893060" y="27355"/>
                  </a:cubicBezTo>
                  <a:cubicBezTo>
                    <a:pt x="2884424" y="22598"/>
                    <a:pt x="2875407" y="18860"/>
                    <a:pt x="2866263" y="16481"/>
                  </a:cubicBezTo>
                  <a:lnTo>
                    <a:pt x="2867152" y="10195"/>
                  </a:lnTo>
                  <a:lnTo>
                    <a:pt x="2866263" y="16481"/>
                  </a:lnTo>
                  <a:cubicBezTo>
                    <a:pt x="2857119" y="14102"/>
                    <a:pt x="2847721" y="12743"/>
                    <a:pt x="2838450" y="12743"/>
                  </a:cubicBezTo>
                  <a:lnTo>
                    <a:pt x="152400" y="12743"/>
                  </a:lnTo>
                  <a:cubicBezTo>
                    <a:pt x="143002" y="12743"/>
                    <a:pt x="133731" y="13933"/>
                    <a:pt x="124587" y="16481"/>
                  </a:cubicBezTo>
                  <a:lnTo>
                    <a:pt x="123698" y="10195"/>
                  </a:lnTo>
                  <a:lnTo>
                    <a:pt x="124587" y="16481"/>
                  </a:lnTo>
                  <a:cubicBezTo>
                    <a:pt x="115443" y="18860"/>
                    <a:pt x="106426" y="22598"/>
                    <a:pt x="97790" y="27355"/>
                  </a:cubicBezTo>
                  <a:cubicBezTo>
                    <a:pt x="89154" y="32112"/>
                    <a:pt x="80899" y="38059"/>
                    <a:pt x="73152" y="45025"/>
                  </a:cubicBezTo>
                  <a:lnTo>
                    <a:pt x="70485" y="39758"/>
                  </a:lnTo>
                  <a:lnTo>
                    <a:pt x="73152" y="45025"/>
                  </a:lnTo>
                  <a:cubicBezTo>
                    <a:pt x="65405" y="51991"/>
                    <a:pt x="58166" y="59976"/>
                    <a:pt x="51562" y="68811"/>
                  </a:cubicBezTo>
                  <a:cubicBezTo>
                    <a:pt x="44958" y="77646"/>
                    <a:pt x="38989" y="87331"/>
                    <a:pt x="33782" y="97695"/>
                  </a:cubicBezTo>
                  <a:lnTo>
                    <a:pt x="29845" y="94127"/>
                  </a:lnTo>
                  <a:lnTo>
                    <a:pt x="33782" y="97695"/>
                  </a:lnTo>
                  <a:cubicBezTo>
                    <a:pt x="28575" y="108059"/>
                    <a:pt x="24130" y="119102"/>
                    <a:pt x="20574" y="130656"/>
                  </a:cubicBezTo>
                  <a:cubicBezTo>
                    <a:pt x="17018" y="142209"/>
                    <a:pt x="14224" y="154272"/>
                    <a:pt x="12446" y="166505"/>
                  </a:cubicBezTo>
                  <a:cubicBezTo>
                    <a:pt x="10668" y="178738"/>
                    <a:pt x="9652" y="191311"/>
                    <a:pt x="9652" y="203714"/>
                  </a:cubicBezTo>
                  <a:lnTo>
                    <a:pt x="9652" y="3580705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40316" y="5497511"/>
            <a:ext cx="2506779" cy="103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2"/>
              </a:lnSpc>
            </a:pPr>
            <a:r>
              <a:rPr lang="en-US" sz="2861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로봇의 움직임과 공정의 동작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065426" y="5482974"/>
            <a:ext cx="2030612" cy="103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2"/>
              </a:lnSpc>
            </a:pPr>
            <a:r>
              <a:rPr lang="en-US" sz="2861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로봇을 활용한 생산 자동화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94080" y="5516561"/>
            <a:ext cx="1706437" cy="987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6"/>
              </a:lnSpc>
            </a:pPr>
            <a:r>
              <a:rPr lang="en-US" sz="2861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가상공장 및</a:t>
            </a:r>
          </a:p>
          <a:p>
            <a:pPr algn="l">
              <a:lnSpc>
                <a:spcPts val="4006"/>
              </a:lnSpc>
            </a:pPr>
            <a:r>
              <a:rPr lang="en-US" sz="2861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생산 시스템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29999" y="5497511"/>
            <a:ext cx="2506779" cy="103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2"/>
              </a:lnSpc>
            </a:pPr>
            <a:r>
              <a:rPr lang="en-US" sz="2861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제조공정에 대한 지식과 이해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104317" y="5497511"/>
            <a:ext cx="2617805" cy="1569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2"/>
              </a:lnSpc>
            </a:pPr>
            <a:r>
              <a:rPr lang="en-US" sz="2861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공정·설비·로봇을 하나로 구성하는 설계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2490" y="3128027"/>
            <a:ext cx="1161216" cy="234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2"/>
              </a:lnSpc>
            </a:pPr>
            <a:r>
              <a:rPr lang="en-US" b="true" sz="10302">
                <a:solidFill>
                  <a:srgbClr val="1976D2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K</a:t>
            </a:r>
          </a:p>
          <a:p>
            <a:pPr algn="l">
              <a:lnSpc>
                <a:spcPts val="3846"/>
              </a:lnSpc>
            </a:pPr>
            <a:r>
              <a:rPr lang="en-US" b="true" sz="2747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Kinetic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13285" y="3128027"/>
            <a:ext cx="1934894" cy="234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2"/>
              </a:lnSpc>
            </a:pPr>
            <a:r>
              <a:rPr lang="en-US" b="true" sz="10302">
                <a:solidFill>
                  <a:srgbClr val="1976D2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A</a:t>
            </a:r>
          </a:p>
          <a:p>
            <a:pPr algn="l">
              <a:lnSpc>
                <a:spcPts val="3846"/>
              </a:lnSpc>
            </a:pPr>
            <a:r>
              <a:rPr lang="en-US" b="true" sz="2747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Automation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94080" y="3128027"/>
            <a:ext cx="1233819" cy="234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2"/>
              </a:lnSpc>
            </a:pPr>
            <a:r>
              <a:rPr lang="en-US" b="true" sz="10302">
                <a:solidFill>
                  <a:srgbClr val="1976D2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F</a:t>
            </a:r>
          </a:p>
          <a:p>
            <a:pPr algn="l">
              <a:lnSpc>
                <a:spcPts val="3846"/>
              </a:lnSpc>
            </a:pPr>
            <a:r>
              <a:rPr lang="en-US" b="true" sz="2747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Factory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84514" y="3128027"/>
            <a:ext cx="1842720" cy="234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2"/>
              </a:lnSpc>
            </a:pPr>
            <a:r>
              <a:rPr lang="en-US" b="true" sz="10302">
                <a:solidFill>
                  <a:srgbClr val="1976D2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K</a:t>
            </a:r>
          </a:p>
          <a:p>
            <a:pPr algn="l">
              <a:lnSpc>
                <a:spcPts val="3846"/>
              </a:lnSpc>
            </a:pPr>
            <a:r>
              <a:rPr lang="en-US" b="true" sz="2747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Knowledge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158832" y="3128027"/>
            <a:ext cx="2059090" cy="234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2"/>
              </a:lnSpc>
            </a:pPr>
            <a:r>
              <a:rPr lang="en-US" b="true" sz="10302">
                <a:solidFill>
                  <a:srgbClr val="1976D2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A</a:t>
            </a:r>
          </a:p>
          <a:p>
            <a:pPr algn="l">
              <a:lnSpc>
                <a:spcPts val="3846"/>
              </a:lnSpc>
            </a:pPr>
            <a:r>
              <a:rPr lang="en-US" b="true" sz="2747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Architecture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32490" y="7903918"/>
            <a:ext cx="10613201" cy="1272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1"/>
              </a:lnSpc>
            </a:pPr>
            <a:r>
              <a:rPr lang="en-US" sz="3434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"제조공정에 대한 지식을 바탕으로 로봇과 자동화를 연결하여 하나의 가상공장으로 구현하는 사람들"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69048" y="1200150"/>
            <a:ext cx="5147805" cy="61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b="true" sz="2499" spc="207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01 · 팀 소개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754380" y="1478277"/>
            <a:ext cx="7749249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팀명</a:t>
            </a:r>
            <a:r>
              <a:rPr lang="en-US" b="true" sz="6999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KAFKA의 의미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163800" y="9380868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93482"/>
            <a:ext cx="6022099" cy="2467714"/>
            <a:chOff x="0" y="0"/>
            <a:chExt cx="5260975" cy="2155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8326" y="68326"/>
              <a:ext cx="5124323" cy="2019173"/>
            </a:xfrm>
            <a:custGeom>
              <a:avLst/>
              <a:gdLst/>
              <a:ahLst/>
              <a:cxnLst/>
              <a:rect r="r" b="b" t="t" l="l"/>
              <a:pathLst>
                <a:path h="2019173" w="5124323">
                  <a:moveTo>
                    <a:pt x="0" y="1871599"/>
                  </a:moveTo>
                  <a:lnTo>
                    <a:pt x="0" y="147574"/>
                  </a:lnTo>
                  <a:cubicBezTo>
                    <a:pt x="0" y="137922"/>
                    <a:pt x="889" y="128270"/>
                    <a:pt x="2794" y="118745"/>
                  </a:cubicBezTo>
                  <a:cubicBezTo>
                    <a:pt x="4699" y="109220"/>
                    <a:pt x="7493" y="99949"/>
                    <a:pt x="11176" y="91059"/>
                  </a:cubicBezTo>
                  <a:cubicBezTo>
                    <a:pt x="14859" y="82169"/>
                    <a:pt x="19431" y="73533"/>
                    <a:pt x="24765" y="65532"/>
                  </a:cubicBezTo>
                  <a:cubicBezTo>
                    <a:pt x="30099" y="57531"/>
                    <a:pt x="36322" y="50038"/>
                    <a:pt x="43180" y="43180"/>
                  </a:cubicBezTo>
                  <a:cubicBezTo>
                    <a:pt x="50038" y="36322"/>
                    <a:pt x="57531" y="30226"/>
                    <a:pt x="65532" y="24765"/>
                  </a:cubicBezTo>
                  <a:cubicBezTo>
                    <a:pt x="73533" y="19304"/>
                    <a:pt x="82042" y="14859"/>
                    <a:pt x="91059" y="11176"/>
                  </a:cubicBezTo>
                  <a:cubicBezTo>
                    <a:pt x="100076" y="7493"/>
                    <a:pt x="109220" y="4699"/>
                    <a:pt x="118745" y="2794"/>
                  </a:cubicBezTo>
                  <a:cubicBezTo>
                    <a:pt x="128270" y="889"/>
                    <a:pt x="137795" y="0"/>
                    <a:pt x="147574" y="0"/>
                  </a:cubicBezTo>
                  <a:lnTo>
                    <a:pt x="4976749" y="0"/>
                  </a:lnTo>
                  <a:cubicBezTo>
                    <a:pt x="4986401" y="0"/>
                    <a:pt x="4996053" y="889"/>
                    <a:pt x="5005578" y="2794"/>
                  </a:cubicBezTo>
                  <a:cubicBezTo>
                    <a:pt x="5015103" y="4699"/>
                    <a:pt x="5024374" y="7493"/>
                    <a:pt x="5033264" y="11176"/>
                  </a:cubicBezTo>
                  <a:cubicBezTo>
                    <a:pt x="5042154" y="14859"/>
                    <a:pt x="5050790" y="19431"/>
                    <a:pt x="5058791" y="24765"/>
                  </a:cubicBezTo>
                  <a:cubicBezTo>
                    <a:pt x="5066792" y="30099"/>
                    <a:pt x="5074285" y="36322"/>
                    <a:pt x="5081143" y="43180"/>
                  </a:cubicBezTo>
                  <a:cubicBezTo>
                    <a:pt x="5088001" y="50038"/>
                    <a:pt x="5094097" y="57531"/>
                    <a:pt x="5099558" y="65532"/>
                  </a:cubicBezTo>
                  <a:cubicBezTo>
                    <a:pt x="5105019" y="73533"/>
                    <a:pt x="5109464" y="82042"/>
                    <a:pt x="5113147" y="91059"/>
                  </a:cubicBezTo>
                  <a:cubicBezTo>
                    <a:pt x="5116830" y="100076"/>
                    <a:pt x="5119624" y="109220"/>
                    <a:pt x="5121529" y="118745"/>
                  </a:cubicBezTo>
                  <a:cubicBezTo>
                    <a:pt x="5123434" y="128270"/>
                    <a:pt x="5124323" y="137795"/>
                    <a:pt x="5124323" y="147574"/>
                  </a:cubicBezTo>
                  <a:lnTo>
                    <a:pt x="5124323" y="1871599"/>
                  </a:lnTo>
                  <a:cubicBezTo>
                    <a:pt x="5124323" y="1881251"/>
                    <a:pt x="5123434" y="1890903"/>
                    <a:pt x="5121529" y="1900428"/>
                  </a:cubicBezTo>
                  <a:cubicBezTo>
                    <a:pt x="5119624" y="1909953"/>
                    <a:pt x="5116830" y="1919224"/>
                    <a:pt x="5113147" y="1928114"/>
                  </a:cubicBezTo>
                  <a:cubicBezTo>
                    <a:pt x="5109464" y="1937004"/>
                    <a:pt x="5104892" y="1945640"/>
                    <a:pt x="5099558" y="1953641"/>
                  </a:cubicBezTo>
                  <a:cubicBezTo>
                    <a:pt x="5094224" y="1961642"/>
                    <a:pt x="5088001" y="1969135"/>
                    <a:pt x="5081143" y="1975993"/>
                  </a:cubicBezTo>
                  <a:cubicBezTo>
                    <a:pt x="5074285" y="1982851"/>
                    <a:pt x="5066792" y="1988947"/>
                    <a:pt x="5058791" y="1994408"/>
                  </a:cubicBezTo>
                  <a:cubicBezTo>
                    <a:pt x="5050790" y="1999869"/>
                    <a:pt x="5042281" y="2004314"/>
                    <a:pt x="5033264" y="2007997"/>
                  </a:cubicBezTo>
                  <a:cubicBezTo>
                    <a:pt x="5024247" y="2011680"/>
                    <a:pt x="5015103" y="2014474"/>
                    <a:pt x="5005578" y="2016379"/>
                  </a:cubicBezTo>
                  <a:cubicBezTo>
                    <a:pt x="4996053" y="2018284"/>
                    <a:pt x="4986528" y="2019173"/>
                    <a:pt x="4976749" y="2019173"/>
                  </a:cubicBezTo>
                  <a:lnTo>
                    <a:pt x="147574" y="2019173"/>
                  </a:lnTo>
                  <a:cubicBezTo>
                    <a:pt x="137922" y="2019173"/>
                    <a:pt x="128270" y="2018284"/>
                    <a:pt x="118745" y="2016379"/>
                  </a:cubicBezTo>
                  <a:cubicBezTo>
                    <a:pt x="109220" y="2014474"/>
                    <a:pt x="99949" y="2011680"/>
                    <a:pt x="91059" y="2007997"/>
                  </a:cubicBezTo>
                  <a:cubicBezTo>
                    <a:pt x="82169" y="2004314"/>
                    <a:pt x="73533" y="1999742"/>
                    <a:pt x="65532" y="1994408"/>
                  </a:cubicBezTo>
                  <a:cubicBezTo>
                    <a:pt x="57531" y="1989074"/>
                    <a:pt x="50038" y="1982851"/>
                    <a:pt x="43180" y="1975993"/>
                  </a:cubicBezTo>
                  <a:cubicBezTo>
                    <a:pt x="36322" y="1969135"/>
                    <a:pt x="30226" y="1961642"/>
                    <a:pt x="24765" y="1953641"/>
                  </a:cubicBezTo>
                  <a:cubicBezTo>
                    <a:pt x="19304" y="1945640"/>
                    <a:pt x="14859" y="1937131"/>
                    <a:pt x="11176" y="1928114"/>
                  </a:cubicBezTo>
                  <a:cubicBezTo>
                    <a:pt x="7493" y="1919097"/>
                    <a:pt x="4699" y="1909953"/>
                    <a:pt x="2794" y="1900428"/>
                  </a:cubicBezTo>
                  <a:cubicBezTo>
                    <a:pt x="889" y="1890903"/>
                    <a:pt x="0" y="1881378"/>
                    <a:pt x="0" y="1871599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5133848" cy="2028698"/>
            </a:xfrm>
            <a:custGeom>
              <a:avLst/>
              <a:gdLst/>
              <a:ahLst/>
              <a:cxnLst/>
              <a:rect r="r" b="b" t="t" l="l"/>
              <a:pathLst>
                <a:path h="2028698" w="5133848">
                  <a:moveTo>
                    <a:pt x="0" y="1876425"/>
                  </a:moveTo>
                  <a:lnTo>
                    <a:pt x="0" y="152400"/>
                  </a:lnTo>
                  <a:lnTo>
                    <a:pt x="4826" y="152400"/>
                  </a:lnTo>
                  <a:lnTo>
                    <a:pt x="0" y="152400"/>
                  </a:lnTo>
                  <a:cubicBezTo>
                    <a:pt x="0" y="142367"/>
                    <a:pt x="1016" y="132461"/>
                    <a:pt x="2921" y="122682"/>
                  </a:cubicBezTo>
                  <a:lnTo>
                    <a:pt x="7620" y="123571"/>
                  </a:lnTo>
                  <a:lnTo>
                    <a:pt x="2921" y="122682"/>
                  </a:lnTo>
                  <a:cubicBezTo>
                    <a:pt x="4826" y="112903"/>
                    <a:pt x="7747" y="103378"/>
                    <a:pt x="11557" y="94107"/>
                  </a:cubicBezTo>
                  <a:cubicBezTo>
                    <a:pt x="15367" y="84836"/>
                    <a:pt x="20066" y="76073"/>
                    <a:pt x="25654" y="67818"/>
                  </a:cubicBezTo>
                  <a:lnTo>
                    <a:pt x="29591" y="70485"/>
                  </a:lnTo>
                  <a:lnTo>
                    <a:pt x="25654" y="67818"/>
                  </a:lnTo>
                  <a:cubicBezTo>
                    <a:pt x="31242" y="59436"/>
                    <a:pt x="37592" y="51816"/>
                    <a:pt x="44577" y="44704"/>
                  </a:cubicBezTo>
                  <a:lnTo>
                    <a:pt x="48006" y="48133"/>
                  </a:lnTo>
                  <a:lnTo>
                    <a:pt x="44577" y="44704"/>
                  </a:lnTo>
                  <a:cubicBezTo>
                    <a:pt x="51689" y="37592"/>
                    <a:pt x="59309" y="31369"/>
                    <a:pt x="67691" y="25781"/>
                  </a:cubicBezTo>
                  <a:cubicBezTo>
                    <a:pt x="76073" y="20193"/>
                    <a:pt x="84836" y="15494"/>
                    <a:pt x="93980" y="11684"/>
                  </a:cubicBezTo>
                  <a:cubicBezTo>
                    <a:pt x="103251" y="7874"/>
                    <a:pt x="112776" y="4953"/>
                    <a:pt x="122555" y="3048"/>
                  </a:cubicBezTo>
                  <a:cubicBezTo>
                    <a:pt x="132461" y="1016"/>
                    <a:pt x="142367" y="0"/>
                    <a:pt x="152400" y="0"/>
                  </a:cubicBezTo>
                  <a:lnTo>
                    <a:pt x="152400" y="4826"/>
                  </a:lnTo>
                  <a:lnTo>
                    <a:pt x="152400" y="0"/>
                  </a:lnTo>
                  <a:lnTo>
                    <a:pt x="4981575" y="0"/>
                  </a:lnTo>
                  <a:lnTo>
                    <a:pt x="4981575" y="4826"/>
                  </a:lnTo>
                  <a:lnTo>
                    <a:pt x="4981575" y="0"/>
                  </a:lnTo>
                  <a:cubicBezTo>
                    <a:pt x="4991608" y="0"/>
                    <a:pt x="5001514" y="1016"/>
                    <a:pt x="5011293" y="2921"/>
                  </a:cubicBezTo>
                  <a:cubicBezTo>
                    <a:pt x="5021072" y="4826"/>
                    <a:pt x="5030597" y="7747"/>
                    <a:pt x="5039868" y="11557"/>
                  </a:cubicBezTo>
                  <a:cubicBezTo>
                    <a:pt x="5049139" y="15367"/>
                    <a:pt x="5057902" y="20066"/>
                    <a:pt x="5066157" y="25654"/>
                  </a:cubicBezTo>
                  <a:cubicBezTo>
                    <a:pt x="5074539" y="31242"/>
                    <a:pt x="5082159" y="37592"/>
                    <a:pt x="5089271" y="44577"/>
                  </a:cubicBezTo>
                  <a:lnTo>
                    <a:pt x="5085842" y="48006"/>
                  </a:lnTo>
                  <a:lnTo>
                    <a:pt x="5089271" y="44577"/>
                  </a:lnTo>
                  <a:cubicBezTo>
                    <a:pt x="5096383" y="51689"/>
                    <a:pt x="5102606" y="59309"/>
                    <a:pt x="5108194" y="67691"/>
                  </a:cubicBezTo>
                  <a:lnTo>
                    <a:pt x="5104257" y="70358"/>
                  </a:lnTo>
                  <a:lnTo>
                    <a:pt x="5108194" y="67691"/>
                  </a:lnTo>
                  <a:cubicBezTo>
                    <a:pt x="5113782" y="76073"/>
                    <a:pt x="5118481" y="84836"/>
                    <a:pt x="5122291" y="93980"/>
                  </a:cubicBezTo>
                  <a:lnTo>
                    <a:pt x="5117846" y="95758"/>
                  </a:lnTo>
                  <a:lnTo>
                    <a:pt x="5122291" y="93980"/>
                  </a:lnTo>
                  <a:cubicBezTo>
                    <a:pt x="5126101" y="103251"/>
                    <a:pt x="5129022" y="112776"/>
                    <a:pt x="5130927" y="122555"/>
                  </a:cubicBezTo>
                  <a:lnTo>
                    <a:pt x="5126228" y="123444"/>
                  </a:lnTo>
                  <a:lnTo>
                    <a:pt x="5130927" y="122555"/>
                  </a:lnTo>
                  <a:cubicBezTo>
                    <a:pt x="5132832" y="132334"/>
                    <a:pt x="5133848" y="142240"/>
                    <a:pt x="5133848" y="152273"/>
                  </a:cubicBezTo>
                  <a:lnTo>
                    <a:pt x="5129022" y="152273"/>
                  </a:lnTo>
                  <a:lnTo>
                    <a:pt x="5133848" y="152273"/>
                  </a:lnTo>
                  <a:lnTo>
                    <a:pt x="5133848" y="1876425"/>
                  </a:lnTo>
                  <a:lnTo>
                    <a:pt x="5129022" y="1876425"/>
                  </a:lnTo>
                  <a:lnTo>
                    <a:pt x="5133848" y="1876425"/>
                  </a:lnTo>
                  <a:cubicBezTo>
                    <a:pt x="5133848" y="1886458"/>
                    <a:pt x="5132832" y="1896364"/>
                    <a:pt x="5130927" y="1906143"/>
                  </a:cubicBezTo>
                  <a:lnTo>
                    <a:pt x="5126228" y="1905254"/>
                  </a:lnTo>
                  <a:lnTo>
                    <a:pt x="5130927" y="1906143"/>
                  </a:lnTo>
                  <a:cubicBezTo>
                    <a:pt x="5129022" y="1915922"/>
                    <a:pt x="5126101" y="1925447"/>
                    <a:pt x="5122291" y="1934718"/>
                  </a:cubicBezTo>
                  <a:lnTo>
                    <a:pt x="5117846" y="1932940"/>
                  </a:lnTo>
                  <a:lnTo>
                    <a:pt x="5122291" y="1934718"/>
                  </a:lnTo>
                  <a:cubicBezTo>
                    <a:pt x="5118481" y="1943989"/>
                    <a:pt x="5113782" y="1952752"/>
                    <a:pt x="5108194" y="1961007"/>
                  </a:cubicBezTo>
                  <a:lnTo>
                    <a:pt x="5104257" y="1958340"/>
                  </a:lnTo>
                  <a:lnTo>
                    <a:pt x="5108194" y="1961007"/>
                  </a:lnTo>
                  <a:cubicBezTo>
                    <a:pt x="5102606" y="1969389"/>
                    <a:pt x="5096256" y="1977009"/>
                    <a:pt x="5089271" y="1984121"/>
                  </a:cubicBezTo>
                  <a:cubicBezTo>
                    <a:pt x="5082159" y="1991233"/>
                    <a:pt x="5074539" y="1997456"/>
                    <a:pt x="5066157" y="2003044"/>
                  </a:cubicBezTo>
                  <a:lnTo>
                    <a:pt x="5063490" y="1999107"/>
                  </a:lnTo>
                  <a:lnTo>
                    <a:pt x="5066157" y="2003044"/>
                  </a:lnTo>
                  <a:cubicBezTo>
                    <a:pt x="5057775" y="2008632"/>
                    <a:pt x="5049012" y="2013331"/>
                    <a:pt x="5039868" y="2017141"/>
                  </a:cubicBezTo>
                  <a:lnTo>
                    <a:pt x="5038090" y="2012696"/>
                  </a:lnTo>
                  <a:lnTo>
                    <a:pt x="5039868" y="2017141"/>
                  </a:lnTo>
                  <a:cubicBezTo>
                    <a:pt x="5030597" y="2020951"/>
                    <a:pt x="5021072" y="2023872"/>
                    <a:pt x="5011293" y="2025777"/>
                  </a:cubicBezTo>
                  <a:cubicBezTo>
                    <a:pt x="5001514" y="2027682"/>
                    <a:pt x="4991608" y="2028698"/>
                    <a:pt x="4981575" y="2028698"/>
                  </a:cubicBezTo>
                  <a:lnTo>
                    <a:pt x="152400" y="2028698"/>
                  </a:lnTo>
                  <a:cubicBezTo>
                    <a:pt x="142367" y="2028698"/>
                    <a:pt x="132461" y="2027682"/>
                    <a:pt x="122682" y="2025777"/>
                  </a:cubicBezTo>
                  <a:cubicBezTo>
                    <a:pt x="112903" y="2023872"/>
                    <a:pt x="103378" y="2020951"/>
                    <a:pt x="94107" y="2017141"/>
                  </a:cubicBezTo>
                  <a:cubicBezTo>
                    <a:pt x="84836" y="2013331"/>
                    <a:pt x="76073" y="2008632"/>
                    <a:pt x="67818" y="2003044"/>
                  </a:cubicBezTo>
                  <a:cubicBezTo>
                    <a:pt x="59436" y="1997456"/>
                    <a:pt x="51816" y="1991106"/>
                    <a:pt x="44704" y="1984121"/>
                  </a:cubicBezTo>
                  <a:cubicBezTo>
                    <a:pt x="37592" y="1977009"/>
                    <a:pt x="31369" y="1969389"/>
                    <a:pt x="25781" y="1961007"/>
                  </a:cubicBezTo>
                  <a:lnTo>
                    <a:pt x="29718" y="1958340"/>
                  </a:lnTo>
                  <a:lnTo>
                    <a:pt x="25781" y="1961007"/>
                  </a:lnTo>
                  <a:cubicBezTo>
                    <a:pt x="20193" y="1952625"/>
                    <a:pt x="15494" y="1943862"/>
                    <a:pt x="11684" y="1934718"/>
                  </a:cubicBezTo>
                  <a:cubicBezTo>
                    <a:pt x="7874" y="1925447"/>
                    <a:pt x="4953" y="1915922"/>
                    <a:pt x="3048" y="1906143"/>
                  </a:cubicBezTo>
                  <a:lnTo>
                    <a:pt x="7747" y="1905254"/>
                  </a:lnTo>
                  <a:lnTo>
                    <a:pt x="3048" y="1906143"/>
                  </a:lnTo>
                  <a:cubicBezTo>
                    <a:pt x="1143" y="1896364"/>
                    <a:pt x="127" y="1886458"/>
                    <a:pt x="127" y="1876425"/>
                  </a:cubicBezTo>
                  <a:lnTo>
                    <a:pt x="4953" y="1876425"/>
                  </a:lnTo>
                  <a:lnTo>
                    <a:pt x="0" y="1876425"/>
                  </a:lnTo>
                  <a:moveTo>
                    <a:pt x="9525" y="1876425"/>
                  </a:moveTo>
                  <a:cubicBezTo>
                    <a:pt x="9525" y="1885823"/>
                    <a:pt x="10414" y="1895094"/>
                    <a:pt x="12319" y="1904238"/>
                  </a:cubicBezTo>
                  <a:cubicBezTo>
                    <a:pt x="14224" y="1913382"/>
                    <a:pt x="16891" y="1922399"/>
                    <a:pt x="20447" y="1931035"/>
                  </a:cubicBezTo>
                  <a:lnTo>
                    <a:pt x="16002" y="1932813"/>
                  </a:lnTo>
                  <a:lnTo>
                    <a:pt x="20447" y="1931035"/>
                  </a:lnTo>
                  <a:cubicBezTo>
                    <a:pt x="24003" y="1939671"/>
                    <a:pt x="28448" y="1947926"/>
                    <a:pt x="33655" y="1955673"/>
                  </a:cubicBezTo>
                  <a:cubicBezTo>
                    <a:pt x="38862" y="1963420"/>
                    <a:pt x="44831" y="1970659"/>
                    <a:pt x="51435" y="1977263"/>
                  </a:cubicBezTo>
                  <a:lnTo>
                    <a:pt x="48006" y="1980692"/>
                  </a:lnTo>
                  <a:lnTo>
                    <a:pt x="51435" y="1977263"/>
                  </a:lnTo>
                  <a:cubicBezTo>
                    <a:pt x="58039" y="1983867"/>
                    <a:pt x="65278" y="1989836"/>
                    <a:pt x="73025" y="1995043"/>
                  </a:cubicBezTo>
                  <a:lnTo>
                    <a:pt x="70358" y="1998980"/>
                  </a:lnTo>
                  <a:lnTo>
                    <a:pt x="73025" y="1995043"/>
                  </a:lnTo>
                  <a:cubicBezTo>
                    <a:pt x="80772" y="2000250"/>
                    <a:pt x="89027" y="2004695"/>
                    <a:pt x="97663" y="2008251"/>
                  </a:cubicBezTo>
                  <a:lnTo>
                    <a:pt x="95885" y="2012696"/>
                  </a:lnTo>
                  <a:lnTo>
                    <a:pt x="97663" y="2008251"/>
                  </a:lnTo>
                  <a:cubicBezTo>
                    <a:pt x="106299" y="2011807"/>
                    <a:pt x="115316" y="2014601"/>
                    <a:pt x="124460" y="2016379"/>
                  </a:cubicBezTo>
                  <a:lnTo>
                    <a:pt x="123571" y="2021078"/>
                  </a:lnTo>
                  <a:lnTo>
                    <a:pt x="124460" y="2016379"/>
                  </a:lnTo>
                  <a:cubicBezTo>
                    <a:pt x="133604" y="2018157"/>
                    <a:pt x="143002" y="2019173"/>
                    <a:pt x="152273" y="2019173"/>
                  </a:cubicBezTo>
                  <a:lnTo>
                    <a:pt x="152273" y="2023872"/>
                  </a:lnTo>
                  <a:lnTo>
                    <a:pt x="152273" y="2019300"/>
                  </a:lnTo>
                  <a:lnTo>
                    <a:pt x="4981575" y="2019300"/>
                  </a:lnTo>
                  <a:lnTo>
                    <a:pt x="4981575" y="2024126"/>
                  </a:lnTo>
                  <a:lnTo>
                    <a:pt x="4981575" y="2019427"/>
                  </a:lnTo>
                  <a:cubicBezTo>
                    <a:pt x="4990973" y="2019427"/>
                    <a:pt x="5000244" y="2018538"/>
                    <a:pt x="5009388" y="2016633"/>
                  </a:cubicBezTo>
                  <a:lnTo>
                    <a:pt x="5010277" y="2021332"/>
                  </a:lnTo>
                  <a:lnTo>
                    <a:pt x="5009388" y="2016633"/>
                  </a:lnTo>
                  <a:cubicBezTo>
                    <a:pt x="5018532" y="2014855"/>
                    <a:pt x="5027549" y="2012061"/>
                    <a:pt x="5036185" y="2008505"/>
                  </a:cubicBezTo>
                  <a:cubicBezTo>
                    <a:pt x="5044821" y="2004949"/>
                    <a:pt x="5053076" y="2000504"/>
                    <a:pt x="5060823" y="1995297"/>
                  </a:cubicBezTo>
                  <a:cubicBezTo>
                    <a:pt x="5068570" y="1990090"/>
                    <a:pt x="5075809" y="1984121"/>
                    <a:pt x="5082413" y="1977517"/>
                  </a:cubicBezTo>
                  <a:lnTo>
                    <a:pt x="5085842" y="1980946"/>
                  </a:lnTo>
                  <a:lnTo>
                    <a:pt x="5082413" y="1977517"/>
                  </a:lnTo>
                  <a:cubicBezTo>
                    <a:pt x="5089017" y="1970913"/>
                    <a:pt x="5094986" y="1963674"/>
                    <a:pt x="5100193" y="1955927"/>
                  </a:cubicBezTo>
                  <a:cubicBezTo>
                    <a:pt x="5105400" y="1948180"/>
                    <a:pt x="5109845" y="1939925"/>
                    <a:pt x="5113401" y="1931289"/>
                  </a:cubicBezTo>
                  <a:cubicBezTo>
                    <a:pt x="5116957" y="1922653"/>
                    <a:pt x="5119751" y="1913636"/>
                    <a:pt x="5121529" y="1904492"/>
                  </a:cubicBezTo>
                  <a:cubicBezTo>
                    <a:pt x="5123307" y="1895348"/>
                    <a:pt x="5124323" y="1885950"/>
                    <a:pt x="5124323" y="1876679"/>
                  </a:cubicBezTo>
                  <a:lnTo>
                    <a:pt x="5124323" y="152400"/>
                  </a:lnTo>
                  <a:cubicBezTo>
                    <a:pt x="5124323" y="143002"/>
                    <a:pt x="5123434" y="133731"/>
                    <a:pt x="5121529" y="124587"/>
                  </a:cubicBezTo>
                  <a:cubicBezTo>
                    <a:pt x="5119751" y="115443"/>
                    <a:pt x="5116957" y="106426"/>
                    <a:pt x="5113401" y="97790"/>
                  </a:cubicBezTo>
                  <a:cubicBezTo>
                    <a:pt x="5109845" y="89154"/>
                    <a:pt x="5105400" y="80899"/>
                    <a:pt x="5100193" y="73152"/>
                  </a:cubicBezTo>
                  <a:cubicBezTo>
                    <a:pt x="5094986" y="65405"/>
                    <a:pt x="5089017" y="58166"/>
                    <a:pt x="5082413" y="51562"/>
                  </a:cubicBezTo>
                  <a:cubicBezTo>
                    <a:pt x="5075809" y="44958"/>
                    <a:pt x="5068570" y="38989"/>
                    <a:pt x="5060823" y="33782"/>
                  </a:cubicBezTo>
                  <a:lnTo>
                    <a:pt x="5063490" y="29845"/>
                  </a:lnTo>
                  <a:lnTo>
                    <a:pt x="5060823" y="33782"/>
                  </a:lnTo>
                  <a:cubicBezTo>
                    <a:pt x="5053076" y="28575"/>
                    <a:pt x="5044821" y="24130"/>
                    <a:pt x="5036058" y="20574"/>
                  </a:cubicBezTo>
                  <a:lnTo>
                    <a:pt x="5037836" y="16129"/>
                  </a:lnTo>
                  <a:lnTo>
                    <a:pt x="5036058" y="20574"/>
                  </a:lnTo>
                  <a:cubicBezTo>
                    <a:pt x="5027422" y="17018"/>
                    <a:pt x="5018405" y="14224"/>
                    <a:pt x="5009261" y="12446"/>
                  </a:cubicBezTo>
                  <a:lnTo>
                    <a:pt x="5010150" y="7747"/>
                  </a:lnTo>
                  <a:lnTo>
                    <a:pt x="5009261" y="12446"/>
                  </a:lnTo>
                  <a:cubicBezTo>
                    <a:pt x="5000117" y="10668"/>
                    <a:pt x="4990719" y="9652"/>
                    <a:pt x="4981448" y="9652"/>
                  </a:cubicBezTo>
                  <a:lnTo>
                    <a:pt x="152400" y="9652"/>
                  </a:lnTo>
                  <a:cubicBezTo>
                    <a:pt x="143002" y="9652"/>
                    <a:pt x="133731" y="10541"/>
                    <a:pt x="124587" y="12446"/>
                  </a:cubicBezTo>
                  <a:lnTo>
                    <a:pt x="123698" y="7747"/>
                  </a:lnTo>
                  <a:lnTo>
                    <a:pt x="124587" y="12446"/>
                  </a:lnTo>
                  <a:cubicBezTo>
                    <a:pt x="115443" y="14224"/>
                    <a:pt x="106426" y="17018"/>
                    <a:pt x="97790" y="20574"/>
                  </a:cubicBezTo>
                  <a:lnTo>
                    <a:pt x="96012" y="16129"/>
                  </a:lnTo>
                  <a:lnTo>
                    <a:pt x="97790" y="20574"/>
                  </a:lnTo>
                  <a:cubicBezTo>
                    <a:pt x="89154" y="24130"/>
                    <a:pt x="80899" y="28575"/>
                    <a:pt x="73025" y="33782"/>
                  </a:cubicBezTo>
                  <a:lnTo>
                    <a:pt x="70358" y="29845"/>
                  </a:lnTo>
                  <a:lnTo>
                    <a:pt x="73025" y="33782"/>
                  </a:lnTo>
                  <a:cubicBezTo>
                    <a:pt x="65278" y="38989"/>
                    <a:pt x="58039" y="44958"/>
                    <a:pt x="51435" y="51562"/>
                  </a:cubicBezTo>
                  <a:cubicBezTo>
                    <a:pt x="44831" y="58166"/>
                    <a:pt x="38862" y="65405"/>
                    <a:pt x="33655" y="73152"/>
                  </a:cubicBezTo>
                  <a:cubicBezTo>
                    <a:pt x="28448" y="80899"/>
                    <a:pt x="24003" y="89154"/>
                    <a:pt x="20447" y="97790"/>
                  </a:cubicBezTo>
                  <a:lnTo>
                    <a:pt x="16002" y="96012"/>
                  </a:lnTo>
                  <a:lnTo>
                    <a:pt x="20447" y="97790"/>
                  </a:lnTo>
                  <a:cubicBezTo>
                    <a:pt x="16891" y="106426"/>
                    <a:pt x="14097" y="115443"/>
                    <a:pt x="12319" y="124587"/>
                  </a:cubicBezTo>
                  <a:cubicBezTo>
                    <a:pt x="10541" y="133731"/>
                    <a:pt x="9525" y="143002"/>
                    <a:pt x="9525" y="152400"/>
                  </a:cubicBezTo>
                  <a:lnTo>
                    <a:pt x="9525" y="1876425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5577498"/>
            <a:ext cx="6022099" cy="2849320"/>
            <a:chOff x="0" y="0"/>
            <a:chExt cx="5260975" cy="248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8326" y="68326"/>
              <a:ext cx="5124323" cy="2352548"/>
            </a:xfrm>
            <a:custGeom>
              <a:avLst/>
              <a:gdLst/>
              <a:ahLst/>
              <a:cxnLst/>
              <a:rect r="r" b="b" t="t" l="l"/>
              <a:pathLst>
                <a:path h="2352548" w="5124323">
                  <a:moveTo>
                    <a:pt x="0" y="2204974"/>
                  </a:moveTo>
                  <a:lnTo>
                    <a:pt x="0" y="147574"/>
                  </a:lnTo>
                  <a:cubicBezTo>
                    <a:pt x="0" y="137922"/>
                    <a:pt x="889" y="128270"/>
                    <a:pt x="2794" y="118745"/>
                  </a:cubicBezTo>
                  <a:cubicBezTo>
                    <a:pt x="4699" y="109220"/>
                    <a:pt x="7493" y="99949"/>
                    <a:pt x="11176" y="91059"/>
                  </a:cubicBezTo>
                  <a:cubicBezTo>
                    <a:pt x="14859" y="82169"/>
                    <a:pt x="19431" y="73660"/>
                    <a:pt x="24765" y="65532"/>
                  </a:cubicBezTo>
                  <a:cubicBezTo>
                    <a:pt x="30099" y="57404"/>
                    <a:pt x="36322" y="50038"/>
                    <a:pt x="43180" y="43180"/>
                  </a:cubicBezTo>
                  <a:cubicBezTo>
                    <a:pt x="50038" y="36322"/>
                    <a:pt x="57531" y="30226"/>
                    <a:pt x="65532" y="24765"/>
                  </a:cubicBezTo>
                  <a:cubicBezTo>
                    <a:pt x="73533" y="19304"/>
                    <a:pt x="82042" y="14859"/>
                    <a:pt x="91059" y="11176"/>
                  </a:cubicBezTo>
                  <a:cubicBezTo>
                    <a:pt x="100076" y="7493"/>
                    <a:pt x="109220" y="4699"/>
                    <a:pt x="118745" y="2794"/>
                  </a:cubicBezTo>
                  <a:cubicBezTo>
                    <a:pt x="128270" y="889"/>
                    <a:pt x="137795" y="0"/>
                    <a:pt x="147574" y="0"/>
                  </a:cubicBezTo>
                  <a:lnTo>
                    <a:pt x="4976749" y="0"/>
                  </a:lnTo>
                  <a:cubicBezTo>
                    <a:pt x="4986401" y="0"/>
                    <a:pt x="4996053" y="889"/>
                    <a:pt x="5005578" y="2794"/>
                  </a:cubicBezTo>
                  <a:cubicBezTo>
                    <a:pt x="5015103" y="4699"/>
                    <a:pt x="5024374" y="7493"/>
                    <a:pt x="5033264" y="11176"/>
                  </a:cubicBezTo>
                  <a:cubicBezTo>
                    <a:pt x="5042154" y="14859"/>
                    <a:pt x="5050790" y="19431"/>
                    <a:pt x="5058791" y="24765"/>
                  </a:cubicBezTo>
                  <a:cubicBezTo>
                    <a:pt x="5066792" y="30099"/>
                    <a:pt x="5074285" y="36322"/>
                    <a:pt x="5081143" y="43180"/>
                  </a:cubicBezTo>
                  <a:cubicBezTo>
                    <a:pt x="5088001" y="50038"/>
                    <a:pt x="5094097" y="57531"/>
                    <a:pt x="5099558" y="65532"/>
                  </a:cubicBezTo>
                  <a:cubicBezTo>
                    <a:pt x="5105019" y="73533"/>
                    <a:pt x="5109464" y="82042"/>
                    <a:pt x="5113147" y="91059"/>
                  </a:cubicBezTo>
                  <a:cubicBezTo>
                    <a:pt x="5116830" y="100076"/>
                    <a:pt x="5119624" y="109220"/>
                    <a:pt x="5121529" y="118745"/>
                  </a:cubicBezTo>
                  <a:cubicBezTo>
                    <a:pt x="5123434" y="128270"/>
                    <a:pt x="5124323" y="137795"/>
                    <a:pt x="5124323" y="147574"/>
                  </a:cubicBezTo>
                  <a:lnTo>
                    <a:pt x="5124323" y="2204974"/>
                  </a:lnTo>
                  <a:cubicBezTo>
                    <a:pt x="5124323" y="2214626"/>
                    <a:pt x="5123434" y="2224278"/>
                    <a:pt x="5121529" y="2233803"/>
                  </a:cubicBezTo>
                  <a:cubicBezTo>
                    <a:pt x="5119624" y="2243328"/>
                    <a:pt x="5116830" y="2252599"/>
                    <a:pt x="5113147" y="2261489"/>
                  </a:cubicBezTo>
                  <a:cubicBezTo>
                    <a:pt x="5109464" y="2270379"/>
                    <a:pt x="5104892" y="2279015"/>
                    <a:pt x="5099558" y="2287016"/>
                  </a:cubicBezTo>
                  <a:cubicBezTo>
                    <a:pt x="5094224" y="2295017"/>
                    <a:pt x="5088001" y="2302510"/>
                    <a:pt x="5081143" y="2309368"/>
                  </a:cubicBezTo>
                  <a:cubicBezTo>
                    <a:pt x="5074285" y="2316226"/>
                    <a:pt x="5066792" y="2322322"/>
                    <a:pt x="5058791" y="2327783"/>
                  </a:cubicBezTo>
                  <a:cubicBezTo>
                    <a:pt x="5050790" y="2333244"/>
                    <a:pt x="5042281" y="2337689"/>
                    <a:pt x="5033264" y="2341372"/>
                  </a:cubicBezTo>
                  <a:cubicBezTo>
                    <a:pt x="5024247" y="2345055"/>
                    <a:pt x="5015103" y="2347849"/>
                    <a:pt x="5005578" y="2349754"/>
                  </a:cubicBezTo>
                  <a:cubicBezTo>
                    <a:pt x="4996053" y="2351659"/>
                    <a:pt x="4986528" y="2352548"/>
                    <a:pt x="4976749" y="2352548"/>
                  </a:cubicBezTo>
                  <a:lnTo>
                    <a:pt x="147574" y="2352548"/>
                  </a:lnTo>
                  <a:cubicBezTo>
                    <a:pt x="137922" y="2352548"/>
                    <a:pt x="128270" y="2351659"/>
                    <a:pt x="118745" y="2349754"/>
                  </a:cubicBezTo>
                  <a:cubicBezTo>
                    <a:pt x="109220" y="2347849"/>
                    <a:pt x="99949" y="2345055"/>
                    <a:pt x="91059" y="2341372"/>
                  </a:cubicBezTo>
                  <a:cubicBezTo>
                    <a:pt x="82169" y="2337689"/>
                    <a:pt x="73533" y="2333117"/>
                    <a:pt x="65532" y="2327783"/>
                  </a:cubicBezTo>
                  <a:cubicBezTo>
                    <a:pt x="57531" y="2322449"/>
                    <a:pt x="50038" y="2316226"/>
                    <a:pt x="43180" y="2309368"/>
                  </a:cubicBezTo>
                  <a:cubicBezTo>
                    <a:pt x="36322" y="2302510"/>
                    <a:pt x="30226" y="2295017"/>
                    <a:pt x="24765" y="2287016"/>
                  </a:cubicBezTo>
                  <a:cubicBezTo>
                    <a:pt x="19304" y="2279015"/>
                    <a:pt x="14859" y="2270506"/>
                    <a:pt x="11176" y="2261489"/>
                  </a:cubicBezTo>
                  <a:cubicBezTo>
                    <a:pt x="7493" y="2252472"/>
                    <a:pt x="4699" y="2243328"/>
                    <a:pt x="2794" y="2233803"/>
                  </a:cubicBezTo>
                  <a:cubicBezTo>
                    <a:pt x="889" y="2224278"/>
                    <a:pt x="0" y="2214753"/>
                    <a:pt x="0" y="2204974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5133848" cy="2362073"/>
            </a:xfrm>
            <a:custGeom>
              <a:avLst/>
              <a:gdLst/>
              <a:ahLst/>
              <a:cxnLst/>
              <a:rect r="r" b="b" t="t" l="l"/>
              <a:pathLst>
                <a:path h="2362073" w="5133848">
                  <a:moveTo>
                    <a:pt x="0" y="2209800"/>
                  </a:moveTo>
                  <a:lnTo>
                    <a:pt x="0" y="152400"/>
                  </a:lnTo>
                  <a:lnTo>
                    <a:pt x="4826" y="152400"/>
                  </a:lnTo>
                  <a:lnTo>
                    <a:pt x="0" y="152400"/>
                  </a:lnTo>
                  <a:cubicBezTo>
                    <a:pt x="0" y="142367"/>
                    <a:pt x="1016" y="132461"/>
                    <a:pt x="2921" y="122682"/>
                  </a:cubicBezTo>
                  <a:lnTo>
                    <a:pt x="7620" y="123571"/>
                  </a:lnTo>
                  <a:lnTo>
                    <a:pt x="2921" y="122682"/>
                  </a:lnTo>
                  <a:cubicBezTo>
                    <a:pt x="4826" y="112903"/>
                    <a:pt x="7747" y="103378"/>
                    <a:pt x="11557" y="94107"/>
                  </a:cubicBezTo>
                  <a:cubicBezTo>
                    <a:pt x="15367" y="84836"/>
                    <a:pt x="20066" y="76073"/>
                    <a:pt x="25654" y="67818"/>
                  </a:cubicBezTo>
                  <a:cubicBezTo>
                    <a:pt x="31242" y="59563"/>
                    <a:pt x="37592" y="51816"/>
                    <a:pt x="44577" y="44704"/>
                  </a:cubicBezTo>
                  <a:cubicBezTo>
                    <a:pt x="51689" y="37592"/>
                    <a:pt x="59309" y="31369"/>
                    <a:pt x="67691" y="25781"/>
                  </a:cubicBezTo>
                  <a:cubicBezTo>
                    <a:pt x="76073" y="20193"/>
                    <a:pt x="84836" y="15494"/>
                    <a:pt x="93980" y="11684"/>
                  </a:cubicBezTo>
                  <a:cubicBezTo>
                    <a:pt x="103251" y="7874"/>
                    <a:pt x="112776" y="4953"/>
                    <a:pt x="122555" y="3048"/>
                  </a:cubicBezTo>
                  <a:cubicBezTo>
                    <a:pt x="132461" y="1016"/>
                    <a:pt x="142367" y="0"/>
                    <a:pt x="152400" y="0"/>
                  </a:cubicBezTo>
                  <a:lnTo>
                    <a:pt x="4981575" y="0"/>
                  </a:lnTo>
                  <a:cubicBezTo>
                    <a:pt x="4991608" y="0"/>
                    <a:pt x="5001514" y="1016"/>
                    <a:pt x="5011293" y="2921"/>
                  </a:cubicBezTo>
                  <a:cubicBezTo>
                    <a:pt x="5021072" y="4826"/>
                    <a:pt x="5030597" y="7747"/>
                    <a:pt x="5039868" y="11557"/>
                  </a:cubicBezTo>
                  <a:lnTo>
                    <a:pt x="5038090" y="16002"/>
                  </a:lnTo>
                  <a:lnTo>
                    <a:pt x="5039868" y="11557"/>
                  </a:lnTo>
                  <a:cubicBezTo>
                    <a:pt x="5049139" y="15367"/>
                    <a:pt x="5057902" y="20066"/>
                    <a:pt x="5066157" y="25654"/>
                  </a:cubicBezTo>
                  <a:cubicBezTo>
                    <a:pt x="5074539" y="31242"/>
                    <a:pt x="5082159" y="37592"/>
                    <a:pt x="5089271" y="44577"/>
                  </a:cubicBezTo>
                  <a:cubicBezTo>
                    <a:pt x="5096383" y="51689"/>
                    <a:pt x="5102606" y="59309"/>
                    <a:pt x="5108194" y="67691"/>
                  </a:cubicBezTo>
                  <a:cubicBezTo>
                    <a:pt x="5113782" y="76073"/>
                    <a:pt x="5118481" y="84836"/>
                    <a:pt x="5122291" y="93980"/>
                  </a:cubicBezTo>
                  <a:cubicBezTo>
                    <a:pt x="5126101" y="103251"/>
                    <a:pt x="5129022" y="112776"/>
                    <a:pt x="5130927" y="122555"/>
                  </a:cubicBezTo>
                  <a:lnTo>
                    <a:pt x="5126228" y="123444"/>
                  </a:lnTo>
                  <a:lnTo>
                    <a:pt x="5130927" y="122555"/>
                  </a:lnTo>
                  <a:cubicBezTo>
                    <a:pt x="5132832" y="132334"/>
                    <a:pt x="5133848" y="142240"/>
                    <a:pt x="5133848" y="152273"/>
                  </a:cubicBezTo>
                  <a:lnTo>
                    <a:pt x="5129022" y="152273"/>
                  </a:lnTo>
                  <a:lnTo>
                    <a:pt x="5133848" y="152273"/>
                  </a:lnTo>
                  <a:lnTo>
                    <a:pt x="5133848" y="2209800"/>
                  </a:lnTo>
                  <a:lnTo>
                    <a:pt x="5129022" y="2209800"/>
                  </a:lnTo>
                  <a:lnTo>
                    <a:pt x="5133848" y="2209800"/>
                  </a:lnTo>
                  <a:cubicBezTo>
                    <a:pt x="5133848" y="2219833"/>
                    <a:pt x="5132832" y="2229739"/>
                    <a:pt x="5130927" y="2239518"/>
                  </a:cubicBezTo>
                  <a:lnTo>
                    <a:pt x="5126228" y="2238629"/>
                  </a:lnTo>
                  <a:lnTo>
                    <a:pt x="5130927" y="2239518"/>
                  </a:lnTo>
                  <a:cubicBezTo>
                    <a:pt x="5129022" y="2249297"/>
                    <a:pt x="5126101" y="2258822"/>
                    <a:pt x="5122291" y="2268093"/>
                  </a:cubicBezTo>
                  <a:cubicBezTo>
                    <a:pt x="5118481" y="2277364"/>
                    <a:pt x="5113782" y="2286127"/>
                    <a:pt x="5108194" y="2294382"/>
                  </a:cubicBezTo>
                  <a:lnTo>
                    <a:pt x="5104257" y="2291715"/>
                  </a:lnTo>
                  <a:lnTo>
                    <a:pt x="5108194" y="2294382"/>
                  </a:lnTo>
                  <a:cubicBezTo>
                    <a:pt x="5102606" y="2302764"/>
                    <a:pt x="5096256" y="2310384"/>
                    <a:pt x="5089271" y="2317496"/>
                  </a:cubicBezTo>
                  <a:cubicBezTo>
                    <a:pt x="5082159" y="2324608"/>
                    <a:pt x="5074539" y="2330831"/>
                    <a:pt x="5066157" y="2336419"/>
                  </a:cubicBezTo>
                  <a:lnTo>
                    <a:pt x="5063490" y="2332482"/>
                  </a:lnTo>
                  <a:lnTo>
                    <a:pt x="5066157" y="2336419"/>
                  </a:lnTo>
                  <a:cubicBezTo>
                    <a:pt x="5057775" y="2342007"/>
                    <a:pt x="5049012" y="2346706"/>
                    <a:pt x="5039868" y="2350516"/>
                  </a:cubicBezTo>
                  <a:lnTo>
                    <a:pt x="5038090" y="2346071"/>
                  </a:lnTo>
                  <a:lnTo>
                    <a:pt x="5039868" y="2350516"/>
                  </a:lnTo>
                  <a:cubicBezTo>
                    <a:pt x="5030597" y="2354326"/>
                    <a:pt x="5021072" y="2357247"/>
                    <a:pt x="5011293" y="2359152"/>
                  </a:cubicBezTo>
                  <a:cubicBezTo>
                    <a:pt x="5001514" y="2361057"/>
                    <a:pt x="4991608" y="2362073"/>
                    <a:pt x="4981575" y="2362073"/>
                  </a:cubicBezTo>
                  <a:lnTo>
                    <a:pt x="152400" y="2362073"/>
                  </a:lnTo>
                  <a:cubicBezTo>
                    <a:pt x="142367" y="2362073"/>
                    <a:pt x="132461" y="2361057"/>
                    <a:pt x="122682" y="2359152"/>
                  </a:cubicBezTo>
                  <a:cubicBezTo>
                    <a:pt x="112903" y="2357247"/>
                    <a:pt x="103378" y="2354326"/>
                    <a:pt x="94107" y="2350516"/>
                  </a:cubicBezTo>
                  <a:cubicBezTo>
                    <a:pt x="84836" y="2346706"/>
                    <a:pt x="76073" y="2342007"/>
                    <a:pt x="67818" y="2336419"/>
                  </a:cubicBezTo>
                  <a:cubicBezTo>
                    <a:pt x="59436" y="2330831"/>
                    <a:pt x="51816" y="2324481"/>
                    <a:pt x="44704" y="2317496"/>
                  </a:cubicBezTo>
                  <a:cubicBezTo>
                    <a:pt x="37592" y="2310384"/>
                    <a:pt x="31369" y="2302764"/>
                    <a:pt x="25781" y="2294382"/>
                  </a:cubicBezTo>
                  <a:lnTo>
                    <a:pt x="29718" y="2291715"/>
                  </a:lnTo>
                  <a:lnTo>
                    <a:pt x="25781" y="2294382"/>
                  </a:lnTo>
                  <a:cubicBezTo>
                    <a:pt x="20193" y="2286127"/>
                    <a:pt x="15494" y="2277237"/>
                    <a:pt x="11684" y="2268093"/>
                  </a:cubicBezTo>
                  <a:cubicBezTo>
                    <a:pt x="7874" y="2258822"/>
                    <a:pt x="4953" y="2249297"/>
                    <a:pt x="3048" y="2239518"/>
                  </a:cubicBezTo>
                  <a:lnTo>
                    <a:pt x="7747" y="2238629"/>
                  </a:lnTo>
                  <a:lnTo>
                    <a:pt x="3048" y="2239518"/>
                  </a:lnTo>
                  <a:cubicBezTo>
                    <a:pt x="1016" y="2229739"/>
                    <a:pt x="0" y="2219833"/>
                    <a:pt x="0" y="2209800"/>
                  </a:cubicBezTo>
                  <a:lnTo>
                    <a:pt x="4826" y="2209800"/>
                  </a:lnTo>
                  <a:lnTo>
                    <a:pt x="0" y="2209800"/>
                  </a:lnTo>
                  <a:moveTo>
                    <a:pt x="9525" y="2209800"/>
                  </a:moveTo>
                  <a:cubicBezTo>
                    <a:pt x="9525" y="2219198"/>
                    <a:pt x="10414" y="2228469"/>
                    <a:pt x="12319" y="2237613"/>
                  </a:cubicBezTo>
                  <a:cubicBezTo>
                    <a:pt x="14097" y="2246757"/>
                    <a:pt x="16891" y="2255774"/>
                    <a:pt x="20447" y="2264410"/>
                  </a:cubicBezTo>
                  <a:lnTo>
                    <a:pt x="16002" y="2266188"/>
                  </a:lnTo>
                  <a:lnTo>
                    <a:pt x="20447" y="2264410"/>
                  </a:lnTo>
                  <a:cubicBezTo>
                    <a:pt x="24003" y="2273046"/>
                    <a:pt x="28448" y="2281301"/>
                    <a:pt x="33655" y="2289048"/>
                  </a:cubicBezTo>
                  <a:cubicBezTo>
                    <a:pt x="38862" y="2296795"/>
                    <a:pt x="44831" y="2304034"/>
                    <a:pt x="51435" y="2310638"/>
                  </a:cubicBezTo>
                  <a:lnTo>
                    <a:pt x="48006" y="2314067"/>
                  </a:lnTo>
                  <a:lnTo>
                    <a:pt x="51435" y="2310638"/>
                  </a:lnTo>
                  <a:cubicBezTo>
                    <a:pt x="58039" y="2317242"/>
                    <a:pt x="65278" y="2323211"/>
                    <a:pt x="73025" y="2328418"/>
                  </a:cubicBezTo>
                  <a:lnTo>
                    <a:pt x="70358" y="2332355"/>
                  </a:lnTo>
                  <a:lnTo>
                    <a:pt x="73025" y="2328418"/>
                  </a:lnTo>
                  <a:cubicBezTo>
                    <a:pt x="80772" y="2333625"/>
                    <a:pt x="89027" y="2338070"/>
                    <a:pt x="97790" y="2341626"/>
                  </a:cubicBezTo>
                  <a:lnTo>
                    <a:pt x="96012" y="2346071"/>
                  </a:lnTo>
                  <a:lnTo>
                    <a:pt x="97790" y="2341626"/>
                  </a:lnTo>
                  <a:cubicBezTo>
                    <a:pt x="106426" y="2345182"/>
                    <a:pt x="115443" y="2347976"/>
                    <a:pt x="124587" y="2349754"/>
                  </a:cubicBezTo>
                  <a:lnTo>
                    <a:pt x="123698" y="2354453"/>
                  </a:lnTo>
                  <a:lnTo>
                    <a:pt x="124587" y="2349754"/>
                  </a:lnTo>
                  <a:cubicBezTo>
                    <a:pt x="133731" y="2351532"/>
                    <a:pt x="143129" y="2352548"/>
                    <a:pt x="152400" y="2352548"/>
                  </a:cubicBezTo>
                  <a:lnTo>
                    <a:pt x="152400" y="2357247"/>
                  </a:lnTo>
                  <a:lnTo>
                    <a:pt x="152400" y="2352421"/>
                  </a:lnTo>
                  <a:lnTo>
                    <a:pt x="4981575" y="2352421"/>
                  </a:lnTo>
                  <a:lnTo>
                    <a:pt x="4981575" y="2357247"/>
                  </a:lnTo>
                  <a:lnTo>
                    <a:pt x="4981575" y="2352548"/>
                  </a:lnTo>
                  <a:cubicBezTo>
                    <a:pt x="4990973" y="2352548"/>
                    <a:pt x="5000244" y="2351659"/>
                    <a:pt x="5009388" y="2349754"/>
                  </a:cubicBezTo>
                  <a:lnTo>
                    <a:pt x="5010277" y="2354453"/>
                  </a:lnTo>
                  <a:lnTo>
                    <a:pt x="5009388" y="2349754"/>
                  </a:lnTo>
                  <a:cubicBezTo>
                    <a:pt x="5018532" y="2347976"/>
                    <a:pt x="5027549" y="2345182"/>
                    <a:pt x="5036185" y="2341626"/>
                  </a:cubicBezTo>
                  <a:cubicBezTo>
                    <a:pt x="5044821" y="2338070"/>
                    <a:pt x="5053076" y="2333625"/>
                    <a:pt x="5060823" y="2328418"/>
                  </a:cubicBezTo>
                  <a:cubicBezTo>
                    <a:pt x="5068570" y="2323211"/>
                    <a:pt x="5075809" y="2317242"/>
                    <a:pt x="5082413" y="2310638"/>
                  </a:cubicBezTo>
                  <a:lnTo>
                    <a:pt x="5085842" y="2314067"/>
                  </a:lnTo>
                  <a:lnTo>
                    <a:pt x="5082413" y="2310638"/>
                  </a:lnTo>
                  <a:cubicBezTo>
                    <a:pt x="5089017" y="2304034"/>
                    <a:pt x="5094986" y="2296795"/>
                    <a:pt x="5100193" y="2289048"/>
                  </a:cubicBezTo>
                  <a:cubicBezTo>
                    <a:pt x="5105400" y="2281301"/>
                    <a:pt x="5109845" y="2273046"/>
                    <a:pt x="5113401" y="2264410"/>
                  </a:cubicBezTo>
                  <a:lnTo>
                    <a:pt x="5117846" y="2266188"/>
                  </a:lnTo>
                  <a:lnTo>
                    <a:pt x="5113401" y="2264410"/>
                  </a:lnTo>
                  <a:cubicBezTo>
                    <a:pt x="5116957" y="2255774"/>
                    <a:pt x="5119751" y="2246757"/>
                    <a:pt x="5121529" y="2237613"/>
                  </a:cubicBezTo>
                  <a:cubicBezTo>
                    <a:pt x="5123307" y="2228469"/>
                    <a:pt x="5124323" y="2219071"/>
                    <a:pt x="5124323" y="2209800"/>
                  </a:cubicBezTo>
                  <a:lnTo>
                    <a:pt x="5124323" y="152400"/>
                  </a:lnTo>
                  <a:cubicBezTo>
                    <a:pt x="5124323" y="143002"/>
                    <a:pt x="5123434" y="133731"/>
                    <a:pt x="5121529" y="124587"/>
                  </a:cubicBezTo>
                  <a:cubicBezTo>
                    <a:pt x="5119751" y="115443"/>
                    <a:pt x="5116957" y="106426"/>
                    <a:pt x="5113401" y="97790"/>
                  </a:cubicBezTo>
                  <a:lnTo>
                    <a:pt x="5117846" y="96012"/>
                  </a:lnTo>
                  <a:lnTo>
                    <a:pt x="5113401" y="97790"/>
                  </a:lnTo>
                  <a:cubicBezTo>
                    <a:pt x="5109845" y="89154"/>
                    <a:pt x="5105400" y="80899"/>
                    <a:pt x="5100193" y="73152"/>
                  </a:cubicBezTo>
                  <a:lnTo>
                    <a:pt x="5104130" y="70485"/>
                  </a:lnTo>
                  <a:lnTo>
                    <a:pt x="5100193" y="73152"/>
                  </a:lnTo>
                  <a:cubicBezTo>
                    <a:pt x="5094986" y="65405"/>
                    <a:pt x="5089017" y="58166"/>
                    <a:pt x="5082413" y="51562"/>
                  </a:cubicBezTo>
                  <a:lnTo>
                    <a:pt x="5085842" y="48133"/>
                  </a:lnTo>
                  <a:lnTo>
                    <a:pt x="5082413" y="51562"/>
                  </a:lnTo>
                  <a:cubicBezTo>
                    <a:pt x="5075809" y="44958"/>
                    <a:pt x="5068570" y="38989"/>
                    <a:pt x="5060823" y="33782"/>
                  </a:cubicBezTo>
                  <a:lnTo>
                    <a:pt x="5063490" y="29845"/>
                  </a:lnTo>
                  <a:lnTo>
                    <a:pt x="5060823" y="33782"/>
                  </a:lnTo>
                  <a:cubicBezTo>
                    <a:pt x="5053076" y="28575"/>
                    <a:pt x="5044821" y="24130"/>
                    <a:pt x="5036185" y="20574"/>
                  </a:cubicBezTo>
                  <a:cubicBezTo>
                    <a:pt x="5027549" y="17018"/>
                    <a:pt x="5018532" y="14224"/>
                    <a:pt x="5009388" y="12446"/>
                  </a:cubicBezTo>
                  <a:lnTo>
                    <a:pt x="5010277" y="7747"/>
                  </a:lnTo>
                  <a:lnTo>
                    <a:pt x="5009388" y="12446"/>
                  </a:lnTo>
                  <a:cubicBezTo>
                    <a:pt x="5000244" y="10668"/>
                    <a:pt x="4990846" y="9652"/>
                    <a:pt x="4981575" y="9652"/>
                  </a:cubicBezTo>
                  <a:lnTo>
                    <a:pt x="4981575" y="4953"/>
                  </a:lnTo>
                  <a:lnTo>
                    <a:pt x="4981575" y="9779"/>
                  </a:lnTo>
                  <a:lnTo>
                    <a:pt x="152400" y="9779"/>
                  </a:lnTo>
                  <a:lnTo>
                    <a:pt x="152400" y="4826"/>
                  </a:lnTo>
                  <a:lnTo>
                    <a:pt x="152400" y="9525"/>
                  </a:lnTo>
                  <a:cubicBezTo>
                    <a:pt x="143002" y="9525"/>
                    <a:pt x="133731" y="10414"/>
                    <a:pt x="124587" y="12319"/>
                  </a:cubicBezTo>
                  <a:lnTo>
                    <a:pt x="123698" y="7620"/>
                  </a:lnTo>
                  <a:lnTo>
                    <a:pt x="124587" y="12319"/>
                  </a:lnTo>
                  <a:cubicBezTo>
                    <a:pt x="115443" y="14097"/>
                    <a:pt x="106426" y="16891"/>
                    <a:pt x="97790" y="20447"/>
                  </a:cubicBezTo>
                  <a:lnTo>
                    <a:pt x="96012" y="16002"/>
                  </a:lnTo>
                  <a:lnTo>
                    <a:pt x="97790" y="20447"/>
                  </a:lnTo>
                  <a:cubicBezTo>
                    <a:pt x="89154" y="24003"/>
                    <a:pt x="80899" y="28448"/>
                    <a:pt x="73152" y="33655"/>
                  </a:cubicBezTo>
                  <a:lnTo>
                    <a:pt x="70485" y="29718"/>
                  </a:lnTo>
                  <a:lnTo>
                    <a:pt x="73152" y="33655"/>
                  </a:lnTo>
                  <a:cubicBezTo>
                    <a:pt x="65405" y="38862"/>
                    <a:pt x="58166" y="44831"/>
                    <a:pt x="51562" y="51435"/>
                  </a:cubicBezTo>
                  <a:lnTo>
                    <a:pt x="48133" y="48006"/>
                  </a:lnTo>
                  <a:lnTo>
                    <a:pt x="51562" y="51435"/>
                  </a:lnTo>
                  <a:cubicBezTo>
                    <a:pt x="44958" y="58039"/>
                    <a:pt x="38989" y="65278"/>
                    <a:pt x="33782" y="73025"/>
                  </a:cubicBezTo>
                  <a:lnTo>
                    <a:pt x="29845" y="70358"/>
                  </a:lnTo>
                  <a:lnTo>
                    <a:pt x="33782" y="73025"/>
                  </a:lnTo>
                  <a:cubicBezTo>
                    <a:pt x="28575" y="80772"/>
                    <a:pt x="24130" y="89027"/>
                    <a:pt x="20574" y="97663"/>
                  </a:cubicBezTo>
                  <a:lnTo>
                    <a:pt x="16129" y="95885"/>
                  </a:lnTo>
                  <a:lnTo>
                    <a:pt x="20574" y="97663"/>
                  </a:lnTo>
                  <a:cubicBezTo>
                    <a:pt x="17018" y="106299"/>
                    <a:pt x="14224" y="115316"/>
                    <a:pt x="12446" y="124460"/>
                  </a:cubicBezTo>
                  <a:cubicBezTo>
                    <a:pt x="10668" y="133604"/>
                    <a:pt x="9652" y="143002"/>
                    <a:pt x="9652" y="152273"/>
                  </a:cubicBezTo>
                  <a:lnTo>
                    <a:pt x="9652" y="2209800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38402" y="2993482"/>
            <a:ext cx="6011196" cy="2467714"/>
            <a:chOff x="0" y="0"/>
            <a:chExt cx="5251450" cy="21558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8326" y="68326"/>
              <a:ext cx="5114798" cy="2019173"/>
            </a:xfrm>
            <a:custGeom>
              <a:avLst/>
              <a:gdLst/>
              <a:ahLst/>
              <a:cxnLst/>
              <a:rect r="r" b="b" t="t" l="l"/>
              <a:pathLst>
                <a:path h="2019173" w="5114798">
                  <a:moveTo>
                    <a:pt x="0" y="1871599"/>
                  </a:moveTo>
                  <a:lnTo>
                    <a:pt x="0" y="147574"/>
                  </a:lnTo>
                  <a:cubicBezTo>
                    <a:pt x="0" y="137922"/>
                    <a:pt x="889" y="128270"/>
                    <a:pt x="2794" y="118745"/>
                  </a:cubicBezTo>
                  <a:cubicBezTo>
                    <a:pt x="4699" y="109220"/>
                    <a:pt x="7493" y="99949"/>
                    <a:pt x="11176" y="91059"/>
                  </a:cubicBezTo>
                  <a:cubicBezTo>
                    <a:pt x="14859" y="82169"/>
                    <a:pt x="19431" y="73533"/>
                    <a:pt x="24765" y="65532"/>
                  </a:cubicBezTo>
                  <a:cubicBezTo>
                    <a:pt x="30099" y="57531"/>
                    <a:pt x="36322" y="50038"/>
                    <a:pt x="43180" y="43180"/>
                  </a:cubicBezTo>
                  <a:cubicBezTo>
                    <a:pt x="50038" y="36322"/>
                    <a:pt x="57531" y="30226"/>
                    <a:pt x="65532" y="24765"/>
                  </a:cubicBezTo>
                  <a:cubicBezTo>
                    <a:pt x="73533" y="19304"/>
                    <a:pt x="82042" y="14859"/>
                    <a:pt x="91059" y="11176"/>
                  </a:cubicBezTo>
                  <a:cubicBezTo>
                    <a:pt x="100076" y="7493"/>
                    <a:pt x="109220" y="4699"/>
                    <a:pt x="118745" y="2794"/>
                  </a:cubicBezTo>
                  <a:cubicBezTo>
                    <a:pt x="128270" y="889"/>
                    <a:pt x="137795" y="0"/>
                    <a:pt x="147574" y="0"/>
                  </a:cubicBezTo>
                  <a:lnTo>
                    <a:pt x="4967224" y="0"/>
                  </a:lnTo>
                  <a:cubicBezTo>
                    <a:pt x="4976876" y="0"/>
                    <a:pt x="4986528" y="889"/>
                    <a:pt x="4996053" y="2794"/>
                  </a:cubicBezTo>
                  <a:cubicBezTo>
                    <a:pt x="5005578" y="4699"/>
                    <a:pt x="5014849" y="7493"/>
                    <a:pt x="5023739" y="11176"/>
                  </a:cubicBezTo>
                  <a:cubicBezTo>
                    <a:pt x="5032629" y="14859"/>
                    <a:pt x="5041265" y="19431"/>
                    <a:pt x="5049266" y="24765"/>
                  </a:cubicBezTo>
                  <a:cubicBezTo>
                    <a:pt x="5057267" y="30099"/>
                    <a:pt x="5064760" y="36322"/>
                    <a:pt x="5071618" y="43180"/>
                  </a:cubicBezTo>
                  <a:cubicBezTo>
                    <a:pt x="5078476" y="50038"/>
                    <a:pt x="5084572" y="57531"/>
                    <a:pt x="5090033" y="65532"/>
                  </a:cubicBezTo>
                  <a:cubicBezTo>
                    <a:pt x="5095494" y="73533"/>
                    <a:pt x="5099939" y="82042"/>
                    <a:pt x="5103622" y="91059"/>
                  </a:cubicBezTo>
                  <a:cubicBezTo>
                    <a:pt x="5107305" y="100076"/>
                    <a:pt x="5110099" y="109220"/>
                    <a:pt x="5112004" y="118745"/>
                  </a:cubicBezTo>
                  <a:cubicBezTo>
                    <a:pt x="5113909" y="128270"/>
                    <a:pt x="5114798" y="137795"/>
                    <a:pt x="5114798" y="147574"/>
                  </a:cubicBezTo>
                  <a:lnTo>
                    <a:pt x="5114798" y="1871599"/>
                  </a:lnTo>
                  <a:cubicBezTo>
                    <a:pt x="5114798" y="1881251"/>
                    <a:pt x="5113909" y="1890903"/>
                    <a:pt x="5112004" y="1900428"/>
                  </a:cubicBezTo>
                  <a:cubicBezTo>
                    <a:pt x="5110099" y="1909953"/>
                    <a:pt x="5107305" y="1919224"/>
                    <a:pt x="5103622" y="1928114"/>
                  </a:cubicBezTo>
                  <a:cubicBezTo>
                    <a:pt x="5099939" y="1937004"/>
                    <a:pt x="5095367" y="1945640"/>
                    <a:pt x="5090033" y="1953641"/>
                  </a:cubicBezTo>
                  <a:cubicBezTo>
                    <a:pt x="5084699" y="1961642"/>
                    <a:pt x="5078476" y="1969135"/>
                    <a:pt x="5071618" y="1975993"/>
                  </a:cubicBezTo>
                  <a:cubicBezTo>
                    <a:pt x="5064760" y="1982851"/>
                    <a:pt x="5057267" y="1988947"/>
                    <a:pt x="5049266" y="1994408"/>
                  </a:cubicBezTo>
                  <a:cubicBezTo>
                    <a:pt x="5041265" y="1999869"/>
                    <a:pt x="5032756" y="2004314"/>
                    <a:pt x="5023739" y="2007997"/>
                  </a:cubicBezTo>
                  <a:cubicBezTo>
                    <a:pt x="5014722" y="2011680"/>
                    <a:pt x="5005578" y="2014474"/>
                    <a:pt x="4996053" y="2016379"/>
                  </a:cubicBezTo>
                  <a:cubicBezTo>
                    <a:pt x="4986528" y="2018284"/>
                    <a:pt x="4977003" y="2019173"/>
                    <a:pt x="4967224" y="2019173"/>
                  </a:cubicBezTo>
                  <a:lnTo>
                    <a:pt x="147574" y="2019173"/>
                  </a:lnTo>
                  <a:cubicBezTo>
                    <a:pt x="137922" y="2019173"/>
                    <a:pt x="128270" y="2018284"/>
                    <a:pt x="118745" y="2016379"/>
                  </a:cubicBezTo>
                  <a:cubicBezTo>
                    <a:pt x="109220" y="2014474"/>
                    <a:pt x="99949" y="2011680"/>
                    <a:pt x="91059" y="2007997"/>
                  </a:cubicBezTo>
                  <a:cubicBezTo>
                    <a:pt x="82169" y="2004314"/>
                    <a:pt x="73533" y="1999742"/>
                    <a:pt x="65532" y="1994408"/>
                  </a:cubicBezTo>
                  <a:cubicBezTo>
                    <a:pt x="57531" y="1989074"/>
                    <a:pt x="50038" y="1982851"/>
                    <a:pt x="43180" y="1975993"/>
                  </a:cubicBezTo>
                  <a:cubicBezTo>
                    <a:pt x="36322" y="1969135"/>
                    <a:pt x="30226" y="1961642"/>
                    <a:pt x="24765" y="1953641"/>
                  </a:cubicBezTo>
                  <a:cubicBezTo>
                    <a:pt x="19304" y="1945640"/>
                    <a:pt x="14859" y="1937131"/>
                    <a:pt x="11176" y="1928114"/>
                  </a:cubicBezTo>
                  <a:cubicBezTo>
                    <a:pt x="7493" y="1919097"/>
                    <a:pt x="4699" y="1909953"/>
                    <a:pt x="2794" y="1900428"/>
                  </a:cubicBezTo>
                  <a:cubicBezTo>
                    <a:pt x="889" y="1890903"/>
                    <a:pt x="0" y="1881378"/>
                    <a:pt x="0" y="1871599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5124323" cy="2028698"/>
            </a:xfrm>
            <a:custGeom>
              <a:avLst/>
              <a:gdLst/>
              <a:ahLst/>
              <a:cxnLst/>
              <a:rect r="r" b="b" t="t" l="l"/>
              <a:pathLst>
                <a:path h="2028698" w="5124323">
                  <a:moveTo>
                    <a:pt x="0" y="1876425"/>
                  </a:moveTo>
                  <a:lnTo>
                    <a:pt x="0" y="152400"/>
                  </a:lnTo>
                  <a:lnTo>
                    <a:pt x="4826" y="152400"/>
                  </a:lnTo>
                  <a:lnTo>
                    <a:pt x="0" y="152400"/>
                  </a:lnTo>
                  <a:cubicBezTo>
                    <a:pt x="0" y="142367"/>
                    <a:pt x="1016" y="132461"/>
                    <a:pt x="2921" y="122682"/>
                  </a:cubicBezTo>
                  <a:lnTo>
                    <a:pt x="7620" y="123571"/>
                  </a:lnTo>
                  <a:lnTo>
                    <a:pt x="2921" y="122682"/>
                  </a:lnTo>
                  <a:cubicBezTo>
                    <a:pt x="4826" y="112903"/>
                    <a:pt x="7747" y="103378"/>
                    <a:pt x="11557" y="94107"/>
                  </a:cubicBezTo>
                  <a:lnTo>
                    <a:pt x="16002" y="95885"/>
                  </a:lnTo>
                  <a:lnTo>
                    <a:pt x="11557" y="94107"/>
                  </a:lnTo>
                  <a:cubicBezTo>
                    <a:pt x="15367" y="84836"/>
                    <a:pt x="20066" y="76073"/>
                    <a:pt x="25654" y="67818"/>
                  </a:cubicBezTo>
                  <a:lnTo>
                    <a:pt x="29591" y="70485"/>
                  </a:lnTo>
                  <a:lnTo>
                    <a:pt x="25654" y="67818"/>
                  </a:lnTo>
                  <a:cubicBezTo>
                    <a:pt x="31242" y="59436"/>
                    <a:pt x="37592" y="51816"/>
                    <a:pt x="44577" y="44704"/>
                  </a:cubicBezTo>
                  <a:lnTo>
                    <a:pt x="48006" y="48133"/>
                  </a:lnTo>
                  <a:lnTo>
                    <a:pt x="44577" y="44704"/>
                  </a:lnTo>
                  <a:cubicBezTo>
                    <a:pt x="51689" y="37592"/>
                    <a:pt x="59309" y="31369"/>
                    <a:pt x="67691" y="25781"/>
                  </a:cubicBezTo>
                  <a:cubicBezTo>
                    <a:pt x="76073" y="20193"/>
                    <a:pt x="84836" y="15494"/>
                    <a:pt x="93980" y="11684"/>
                  </a:cubicBezTo>
                  <a:cubicBezTo>
                    <a:pt x="103251" y="7874"/>
                    <a:pt x="112776" y="4953"/>
                    <a:pt x="122555" y="3048"/>
                  </a:cubicBezTo>
                  <a:lnTo>
                    <a:pt x="123444" y="7747"/>
                  </a:lnTo>
                  <a:lnTo>
                    <a:pt x="122555" y="3048"/>
                  </a:lnTo>
                  <a:cubicBezTo>
                    <a:pt x="132461" y="1016"/>
                    <a:pt x="142367" y="0"/>
                    <a:pt x="152400" y="0"/>
                  </a:cubicBezTo>
                  <a:lnTo>
                    <a:pt x="152400" y="4826"/>
                  </a:lnTo>
                  <a:lnTo>
                    <a:pt x="152400" y="0"/>
                  </a:lnTo>
                  <a:lnTo>
                    <a:pt x="4972050" y="0"/>
                  </a:lnTo>
                  <a:lnTo>
                    <a:pt x="4972050" y="4826"/>
                  </a:lnTo>
                  <a:lnTo>
                    <a:pt x="4972050" y="0"/>
                  </a:lnTo>
                  <a:cubicBezTo>
                    <a:pt x="4982083" y="0"/>
                    <a:pt x="4991989" y="1016"/>
                    <a:pt x="5001768" y="2921"/>
                  </a:cubicBezTo>
                  <a:lnTo>
                    <a:pt x="5000879" y="7620"/>
                  </a:lnTo>
                  <a:lnTo>
                    <a:pt x="5001768" y="2921"/>
                  </a:lnTo>
                  <a:cubicBezTo>
                    <a:pt x="5011547" y="4826"/>
                    <a:pt x="5021072" y="7747"/>
                    <a:pt x="5030343" y="11557"/>
                  </a:cubicBezTo>
                  <a:cubicBezTo>
                    <a:pt x="5039614" y="15367"/>
                    <a:pt x="5048377" y="20066"/>
                    <a:pt x="5056632" y="25654"/>
                  </a:cubicBezTo>
                  <a:cubicBezTo>
                    <a:pt x="5065014" y="31242"/>
                    <a:pt x="5072634" y="37592"/>
                    <a:pt x="5079746" y="44577"/>
                  </a:cubicBezTo>
                  <a:lnTo>
                    <a:pt x="5076317" y="48006"/>
                  </a:lnTo>
                  <a:lnTo>
                    <a:pt x="5079746" y="44577"/>
                  </a:lnTo>
                  <a:cubicBezTo>
                    <a:pt x="5086858" y="51689"/>
                    <a:pt x="5093081" y="59309"/>
                    <a:pt x="5098669" y="67691"/>
                  </a:cubicBezTo>
                  <a:lnTo>
                    <a:pt x="5094732" y="70358"/>
                  </a:lnTo>
                  <a:lnTo>
                    <a:pt x="5098669" y="67691"/>
                  </a:lnTo>
                  <a:cubicBezTo>
                    <a:pt x="5104257" y="76073"/>
                    <a:pt x="5108956" y="84836"/>
                    <a:pt x="5112766" y="93980"/>
                  </a:cubicBezTo>
                  <a:cubicBezTo>
                    <a:pt x="5116576" y="103251"/>
                    <a:pt x="5119497" y="112776"/>
                    <a:pt x="5121402" y="122555"/>
                  </a:cubicBezTo>
                  <a:cubicBezTo>
                    <a:pt x="5123307" y="132334"/>
                    <a:pt x="5124323" y="142240"/>
                    <a:pt x="5124323" y="152273"/>
                  </a:cubicBezTo>
                  <a:lnTo>
                    <a:pt x="5124323" y="1876425"/>
                  </a:lnTo>
                  <a:cubicBezTo>
                    <a:pt x="5124323" y="1886458"/>
                    <a:pt x="5123307" y="1896364"/>
                    <a:pt x="5121402" y="1906143"/>
                  </a:cubicBezTo>
                  <a:cubicBezTo>
                    <a:pt x="5119497" y="1915922"/>
                    <a:pt x="5116576" y="1925447"/>
                    <a:pt x="5112766" y="1934718"/>
                  </a:cubicBezTo>
                  <a:cubicBezTo>
                    <a:pt x="5108956" y="1943989"/>
                    <a:pt x="5104257" y="1952752"/>
                    <a:pt x="5098669" y="1961007"/>
                  </a:cubicBezTo>
                  <a:lnTo>
                    <a:pt x="5094732" y="1958340"/>
                  </a:lnTo>
                  <a:lnTo>
                    <a:pt x="5098669" y="1961007"/>
                  </a:lnTo>
                  <a:cubicBezTo>
                    <a:pt x="5093081" y="1969389"/>
                    <a:pt x="5086731" y="1977009"/>
                    <a:pt x="5079746" y="1984121"/>
                  </a:cubicBezTo>
                  <a:cubicBezTo>
                    <a:pt x="5072634" y="1991233"/>
                    <a:pt x="5065014" y="1997456"/>
                    <a:pt x="5056632" y="2003044"/>
                  </a:cubicBezTo>
                  <a:lnTo>
                    <a:pt x="5053965" y="1999107"/>
                  </a:lnTo>
                  <a:lnTo>
                    <a:pt x="5056632" y="2003044"/>
                  </a:lnTo>
                  <a:cubicBezTo>
                    <a:pt x="5048250" y="2008632"/>
                    <a:pt x="5039487" y="2013331"/>
                    <a:pt x="5030343" y="2017141"/>
                  </a:cubicBezTo>
                  <a:lnTo>
                    <a:pt x="5028565" y="2012696"/>
                  </a:lnTo>
                  <a:lnTo>
                    <a:pt x="5030343" y="2017141"/>
                  </a:lnTo>
                  <a:cubicBezTo>
                    <a:pt x="5021072" y="2020951"/>
                    <a:pt x="5011547" y="2023872"/>
                    <a:pt x="5001768" y="2025777"/>
                  </a:cubicBezTo>
                  <a:lnTo>
                    <a:pt x="5000879" y="2021078"/>
                  </a:lnTo>
                  <a:lnTo>
                    <a:pt x="5001768" y="2025777"/>
                  </a:lnTo>
                  <a:cubicBezTo>
                    <a:pt x="4991989" y="2027682"/>
                    <a:pt x="4982083" y="2028698"/>
                    <a:pt x="4972050" y="2028698"/>
                  </a:cubicBezTo>
                  <a:lnTo>
                    <a:pt x="152400" y="2028698"/>
                  </a:lnTo>
                  <a:cubicBezTo>
                    <a:pt x="142367" y="2028698"/>
                    <a:pt x="132461" y="2027682"/>
                    <a:pt x="122682" y="2025777"/>
                  </a:cubicBezTo>
                  <a:lnTo>
                    <a:pt x="123571" y="2021078"/>
                  </a:lnTo>
                  <a:lnTo>
                    <a:pt x="122682" y="2025777"/>
                  </a:lnTo>
                  <a:cubicBezTo>
                    <a:pt x="112903" y="2023872"/>
                    <a:pt x="103378" y="2020951"/>
                    <a:pt x="94107" y="2017141"/>
                  </a:cubicBezTo>
                  <a:cubicBezTo>
                    <a:pt x="84836" y="2013331"/>
                    <a:pt x="76073" y="2008632"/>
                    <a:pt x="67818" y="2003044"/>
                  </a:cubicBezTo>
                  <a:cubicBezTo>
                    <a:pt x="59436" y="1997456"/>
                    <a:pt x="51816" y="1991106"/>
                    <a:pt x="44704" y="1984121"/>
                  </a:cubicBezTo>
                  <a:cubicBezTo>
                    <a:pt x="37592" y="1977009"/>
                    <a:pt x="31369" y="1969389"/>
                    <a:pt x="25781" y="1961007"/>
                  </a:cubicBezTo>
                  <a:lnTo>
                    <a:pt x="29718" y="1958340"/>
                  </a:lnTo>
                  <a:lnTo>
                    <a:pt x="25781" y="1961007"/>
                  </a:lnTo>
                  <a:cubicBezTo>
                    <a:pt x="20193" y="1952625"/>
                    <a:pt x="15494" y="1943862"/>
                    <a:pt x="11684" y="1934718"/>
                  </a:cubicBezTo>
                  <a:lnTo>
                    <a:pt x="16129" y="1932940"/>
                  </a:lnTo>
                  <a:lnTo>
                    <a:pt x="11684" y="1934718"/>
                  </a:lnTo>
                  <a:cubicBezTo>
                    <a:pt x="7874" y="1925447"/>
                    <a:pt x="4953" y="1915922"/>
                    <a:pt x="3048" y="1906143"/>
                  </a:cubicBezTo>
                  <a:lnTo>
                    <a:pt x="7747" y="1905254"/>
                  </a:lnTo>
                  <a:lnTo>
                    <a:pt x="3048" y="1906143"/>
                  </a:lnTo>
                  <a:cubicBezTo>
                    <a:pt x="1143" y="1896364"/>
                    <a:pt x="127" y="1886458"/>
                    <a:pt x="127" y="1876425"/>
                  </a:cubicBezTo>
                  <a:lnTo>
                    <a:pt x="4953" y="1876425"/>
                  </a:lnTo>
                  <a:lnTo>
                    <a:pt x="0" y="1876425"/>
                  </a:lnTo>
                  <a:moveTo>
                    <a:pt x="9525" y="1876425"/>
                  </a:moveTo>
                  <a:cubicBezTo>
                    <a:pt x="9525" y="1885823"/>
                    <a:pt x="10414" y="1895094"/>
                    <a:pt x="12319" y="1904238"/>
                  </a:cubicBezTo>
                  <a:cubicBezTo>
                    <a:pt x="14097" y="1913382"/>
                    <a:pt x="16891" y="1922399"/>
                    <a:pt x="20447" y="1931035"/>
                  </a:cubicBezTo>
                  <a:cubicBezTo>
                    <a:pt x="24003" y="1939671"/>
                    <a:pt x="28448" y="1947926"/>
                    <a:pt x="33655" y="1955673"/>
                  </a:cubicBezTo>
                  <a:cubicBezTo>
                    <a:pt x="38862" y="1963420"/>
                    <a:pt x="44831" y="1970659"/>
                    <a:pt x="51435" y="1977263"/>
                  </a:cubicBezTo>
                  <a:lnTo>
                    <a:pt x="48006" y="1980692"/>
                  </a:lnTo>
                  <a:lnTo>
                    <a:pt x="51435" y="1977263"/>
                  </a:lnTo>
                  <a:cubicBezTo>
                    <a:pt x="58039" y="1983867"/>
                    <a:pt x="65278" y="1989836"/>
                    <a:pt x="73025" y="1995043"/>
                  </a:cubicBezTo>
                  <a:lnTo>
                    <a:pt x="70358" y="1998980"/>
                  </a:lnTo>
                  <a:lnTo>
                    <a:pt x="73025" y="1995043"/>
                  </a:lnTo>
                  <a:cubicBezTo>
                    <a:pt x="80772" y="2000250"/>
                    <a:pt x="89027" y="2004695"/>
                    <a:pt x="97663" y="2008251"/>
                  </a:cubicBezTo>
                  <a:lnTo>
                    <a:pt x="95885" y="2012696"/>
                  </a:lnTo>
                  <a:lnTo>
                    <a:pt x="97663" y="2008251"/>
                  </a:lnTo>
                  <a:cubicBezTo>
                    <a:pt x="106299" y="2011807"/>
                    <a:pt x="115316" y="2014601"/>
                    <a:pt x="124460" y="2016379"/>
                  </a:cubicBezTo>
                  <a:cubicBezTo>
                    <a:pt x="133604" y="2018157"/>
                    <a:pt x="143002" y="2019173"/>
                    <a:pt x="152273" y="2019173"/>
                  </a:cubicBezTo>
                  <a:lnTo>
                    <a:pt x="152273" y="2023872"/>
                  </a:lnTo>
                  <a:lnTo>
                    <a:pt x="152273" y="2019300"/>
                  </a:lnTo>
                  <a:lnTo>
                    <a:pt x="4972050" y="2019300"/>
                  </a:lnTo>
                  <a:lnTo>
                    <a:pt x="4972050" y="2024126"/>
                  </a:lnTo>
                  <a:lnTo>
                    <a:pt x="4972050" y="2019427"/>
                  </a:lnTo>
                  <a:cubicBezTo>
                    <a:pt x="4981448" y="2019427"/>
                    <a:pt x="4990719" y="2018538"/>
                    <a:pt x="4999863" y="2016633"/>
                  </a:cubicBezTo>
                  <a:cubicBezTo>
                    <a:pt x="5009007" y="2014855"/>
                    <a:pt x="5018024" y="2012061"/>
                    <a:pt x="5026660" y="2008505"/>
                  </a:cubicBezTo>
                  <a:cubicBezTo>
                    <a:pt x="5035296" y="2004949"/>
                    <a:pt x="5043551" y="2000504"/>
                    <a:pt x="5051298" y="1995297"/>
                  </a:cubicBezTo>
                  <a:cubicBezTo>
                    <a:pt x="5059045" y="1990090"/>
                    <a:pt x="5066284" y="1984121"/>
                    <a:pt x="5072888" y="1977517"/>
                  </a:cubicBezTo>
                  <a:lnTo>
                    <a:pt x="5076317" y="1980946"/>
                  </a:lnTo>
                  <a:lnTo>
                    <a:pt x="5072888" y="1977517"/>
                  </a:lnTo>
                  <a:cubicBezTo>
                    <a:pt x="5079492" y="1970913"/>
                    <a:pt x="5085461" y="1963674"/>
                    <a:pt x="5090668" y="1955927"/>
                  </a:cubicBezTo>
                  <a:cubicBezTo>
                    <a:pt x="5095875" y="1948180"/>
                    <a:pt x="5100320" y="1939925"/>
                    <a:pt x="5103876" y="1931289"/>
                  </a:cubicBezTo>
                  <a:lnTo>
                    <a:pt x="5108321" y="1933067"/>
                  </a:lnTo>
                  <a:lnTo>
                    <a:pt x="5103876" y="1931289"/>
                  </a:lnTo>
                  <a:cubicBezTo>
                    <a:pt x="5107432" y="1922653"/>
                    <a:pt x="5110226" y="1913636"/>
                    <a:pt x="5112004" y="1904492"/>
                  </a:cubicBezTo>
                  <a:lnTo>
                    <a:pt x="5116703" y="1905381"/>
                  </a:lnTo>
                  <a:lnTo>
                    <a:pt x="5112004" y="1904492"/>
                  </a:lnTo>
                  <a:cubicBezTo>
                    <a:pt x="5113782" y="1895348"/>
                    <a:pt x="5114798" y="1885950"/>
                    <a:pt x="5114798" y="1876679"/>
                  </a:cubicBezTo>
                  <a:lnTo>
                    <a:pt x="5119497" y="1876679"/>
                  </a:lnTo>
                  <a:lnTo>
                    <a:pt x="5114671" y="1876679"/>
                  </a:lnTo>
                  <a:lnTo>
                    <a:pt x="5114671" y="152400"/>
                  </a:lnTo>
                  <a:lnTo>
                    <a:pt x="5119497" y="152400"/>
                  </a:lnTo>
                  <a:lnTo>
                    <a:pt x="5114798" y="152400"/>
                  </a:lnTo>
                  <a:cubicBezTo>
                    <a:pt x="5114798" y="143002"/>
                    <a:pt x="5113909" y="133731"/>
                    <a:pt x="5112004" y="124460"/>
                  </a:cubicBezTo>
                  <a:lnTo>
                    <a:pt x="5116703" y="123571"/>
                  </a:lnTo>
                  <a:lnTo>
                    <a:pt x="5112004" y="124460"/>
                  </a:lnTo>
                  <a:cubicBezTo>
                    <a:pt x="5110226" y="115316"/>
                    <a:pt x="5107432" y="106299"/>
                    <a:pt x="5103876" y="97663"/>
                  </a:cubicBezTo>
                  <a:lnTo>
                    <a:pt x="5108321" y="95885"/>
                  </a:lnTo>
                  <a:lnTo>
                    <a:pt x="5103876" y="97663"/>
                  </a:lnTo>
                  <a:cubicBezTo>
                    <a:pt x="5100320" y="89027"/>
                    <a:pt x="5095875" y="80772"/>
                    <a:pt x="5090668" y="73025"/>
                  </a:cubicBezTo>
                  <a:cubicBezTo>
                    <a:pt x="5085461" y="65278"/>
                    <a:pt x="5079492" y="58039"/>
                    <a:pt x="5072888" y="51435"/>
                  </a:cubicBezTo>
                  <a:cubicBezTo>
                    <a:pt x="5066284" y="44831"/>
                    <a:pt x="5059045" y="38862"/>
                    <a:pt x="5051298" y="33655"/>
                  </a:cubicBezTo>
                  <a:lnTo>
                    <a:pt x="5053965" y="29718"/>
                  </a:lnTo>
                  <a:lnTo>
                    <a:pt x="5051298" y="33655"/>
                  </a:lnTo>
                  <a:cubicBezTo>
                    <a:pt x="5043551" y="28448"/>
                    <a:pt x="5035296" y="24003"/>
                    <a:pt x="5026533" y="20447"/>
                  </a:cubicBezTo>
                  <a:lnTo>
                    <a:pt x="5028311" y="16002"/>
                  </a:lnTo>
                  <a:lnTo>
                    <a:pt x="5026533" y="20447"/>
                  </a:lnTo>
                  <a:cubicBezTo>
                    <a:pt x="5017897" y="16891"/>
                    <a:pt x="5008880" y="14097"/>
                    <a:pt x="4999736" y="12319"/>
                  </a:cubicBezTo>
                  <a:cubicBezTo>
                    <a:pt x="4990592" y="10541"/>
                    <a:pt x="4981194" y="9525"/>
                    <a:pt x="4971923" y="9525"/>
                  </a:cubicBezTo>
                  <a:lnTo>
                    <a:pt x="152400" y="9525"/>
                  </a:lnTo>
                  <a:cubicBezTo>
                    <a:pt x="143002" y="9525"/>
                    <a:pt x="133731" y="10414"/>
                    <a:pt x="124587" y="12319"/>
                  </a:cubicBezTo>
                  <a:cubicBezTo>
                    <a:pt x="115443" y="14224"/>
                    <a:pt x="106426" y="16891"/>
                    <a:pt x="97790" y="20447"/>
                  </a:cubicBezTo>
                  <a:lnTo>
                    <a:pt x="96012" y="16002"/>
                  </a:lnTo>
                  <a:lnTo>
                    <a:pt x="97790" y="20447"/>
                  </a:lnTo>
                  <a:cubicBezTo>
                    <a:pt x="89154" y="24003"/>
                    <a:pt x="80899" y="28448"/>
                    <a:pt x="73025" y="33655"/>
                  </a:cubicBezTo>
                  <a:lnTo>
                    <a:pt x="70358" y="29718"/>
                  </a:lnTo>
                  <a:lnTo>
                    <a:pt x="73025" y="33655"/>
                  </a:lnTo>
                  <a:cubicBezTo>
                    <a:pt x="65278" y="38862"/>
                    <a:pt x="58039" y="44831"/>
                    <a:pt x="51435" y="51435"/>
                  </a:cubicBezTo>
                  <a:cubicBezTo>
                    <a:pt x="44831" y="58039"/>
                    <a:pt x="38862" y="65278"/>
                    <a:pt x="33655" y="73025"/>
                  </a:cubicBezTo>
                  <a:cubicBezTo>
                    <a:pt x="28448" y="80772"/>
                    <a:pt x="24003" y="89027"/>
                    <a:pt x="20447" y="97663"/>
                  </a:cubicBezTo>
                  <a:cubicBezTo>
                    <a:pt x="16891" y="106299"/>
                    <a:pt x="14097" y="115316"/>
                    <a:pt x="12319" y="124460"/>
                  </a:cubicBezTo>
                  <a:cubicBezTo>
                    <a:pt x="10541" y="133604"/>
                    <a:pt x="9525" y="143002"/>
                    <a:pt x="9525" y="152273"/>
                  </a:cubicBezTo>
                  <a:lnTo>
                    <a:pt x="9525" y="1876425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138402" y="5577498"/>
            <a:ext cx="6011196" cy="2849320"/>
            <a:chOff x="0" y="0"/>
            <a:chExt cx="5251450" cy="248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8326" y="68326"/>
              <a:ext cx="5114798" cy="2352548"/>
            </a:xfrm>
            <a:custGeom>
              <a:avLst/>
              <a:gdLst/>
              <a:ahLst/>
              <a:cxnLst/>
              <a:rect r="r" b="b" t="t" l="l"/>
              <a:pathLst>
                <a:path h="2352548" w="5114798">
                  <a:moveTo>
                    <a:pt x="0" y="2204974"/>
                  </a:moveTo>
                  <a:lnTo>
                    <a:pt x="0" y="147574"/>
                  </a:lnTo>
                  <a:cubicBezTo>
                    <a:pt x="0" y="137922"/>
                    <a:pt x="889" y="128270"/>
                    <a:pt x="2794" y="118745"/>
                  </a:cubicBezTo>
                  <a:cubicBezTo>
                    <a:pt x="4699" y="109220"/>
                    <a:pt x="7493" y="99949"/>
                    <a:pt x="11176" y="91059"/>
                  </a:cubicBezTo>
                  <a:cubicBezTo>
                    <a:pt x="14859" y="82169"/>
                    <a:pt x="19431" y="73660"/>
                    <a:pt x="24765" y="65532"/>
                  </a:cubicBezTo>
                  <a:cubicBezTo>
                    <a:pt x="30099" y="57404"/>
                    <a:pt x="36322" y="50038"/>
                    <a:pt x="43180" y="43180"/>
                  </a:cubicBezTo>
                  <a:cubicBezTo>
                    <a:pt x="50038" y="36322"/>
                    <a:pt x="57531" y="30226"/>
                    <a:pt x="65532" y="24765"/>
                  </a:cubicBezTo>
                  <a:cubicBezTo>
                    <a:pt x="73533" y="19304"/>
                    <a:pt x="82042" y="14859"/>
                    <a:pt x="91059" y="11176"/>
                  </a:cubicBezTo>
                  <a:cubicBezTo>
                    <a:pt x="100076" y="7493"/>
                    <a:pt x="109220" y="4699"/>
                    <a:pt x="118745" y="2794"/>
                  </a:cubicBezTo>
                  <a:cubicBezTo>
                    <a:pt x="128270" y="889"/>
                    <a:pt x="137795" y="0"/>
                    <a:pt x="147574" y="0"/>
                  </a:cubicBezTo>
                  <a:lnTo>
                    <a:pt x="4967224" y="0"/>
                  </a:lnTo>
                  <a:cubicBezTo>
                    <a:pt x="4976876" y="0"/>
                    <a:pt x="4986528" y="889"/>
                    <a:pt x="4996053" y="2794"/>
                  </a:cubicBezTo>
                  <a:cubicBezTo>
                    <a:pt x="5005578" y="4699"/>
                    <a:pt x="5014849" y="7493"/>
                    <a:pt x="5023739" y="11176"/>
                  </a:cubicBezTo>
                  <a:cubicBezTo>
                    <a:pt x="5032629" y="14859"/>
                    <a:pt x="5041265" y="19431"/>
                    <a:pt x="5049266" y="24765"/>
                  </a:cubicBezTo>
                  <a:cubicBezTo>
                    <a:pt x="5057267" y="30099"/>
                    <a:pt x="5064760" y="36322"/>
                    <a:pt x="5071618" y="43180"/>
                  </a:cubicBezTo>
                  <a:cubicBezTo>
                    <a:pt x="5078476" y="50038"/>
                    <a:pt x="5084572" y="57531"/>
                    <a:pt x="5090033" y="65532"/>
                  </a:cubicBezTo>
                  <a:cubicBezTo>
                    <a:pt x="5095494" y="73533"/>
                    <a:pt x="5099939" y="82042"/>
                    <a:pt x="5103622" y="91059"/>
                  </a:cubicBezTo>
                  <a:cubicBezTo>
                    <a:pt x="5107305" y="100076"/>
                    <a:pt x="5110099" y="109220"/>
                    <a:pt x="5112004" y="118745"/>
                  </a:cubicBezTo>
                  <a:cubicBezTo>
                    <a:pt x="5113909" y="128270"/>
                    <a:pt x="5114798" y="137795"/>
                    <a:pt x="5114798" y="147574"/>
                  </a:cubicBezTo>
                  <a:lnTo>
                    <a:pt x="5114798" y="2204974"/>
                  </a:lnTo>
                  <a:cubicBezTo>
                    <a:pt x="5114798" y="2214626"/>
                    <a:pt x="5113909" y="2224278"/>
                    <a:pt x="5112004" y="2233803"/>
                  </a:cubicBezTo>
                  <a:cubicBezTo>
                    <a:pt x="5110099" y="2243328"/>
                    <a:pt x="5107305" y="2252599"/>
                    <a:pt x="5103622" y="2261489"/>
                  </a:cubicBezTo>
                  <a:cubicBezTo>
                    <a:pt x="5099939" y="2270379"/>
                    <a:pt x="5095367" y="2279015"/>
                    <a:pt x="5090033" y="2287016"/>
                  </a:cubicBezTo>
                  <a:cubicBezTo>
                    <a:pt x="5084699" y="2295017"/>
                    <a:pt x="5078476" y="2302510"/>
                    <a:pt x="5071618" y="2309368"/>
                  </a:cubicBezTo>
                  <a:cubicBezTo>
                    <a:pt x="5064760" y="2316226"/>
                    <a:pt x="5057267" y="2322322"/>
                    <a:pt x="5049266" y="2327783"/>
                  </a:cubicBezTo>
                  <a:cubicBezTo>
                    <a:pt x="5041265" y="2333244"/>
                    <a:pt x="5032756" y="2337689"/>
                    <a:pt x="5023739" y="2341372"/>
                  </a:cubicBezTo>
                  <a:cubicBezTo>
                    <a:pt x="5014722" y="2345055"/>
                    <a:pt x="5005578" y="2347849"/>
                    <a:pt x="4996053" y="2349754"/>
                  </a:cubicBezTo>
                  <a:cubicBezTo>
                    <a:pt x="4986528" y="2351659"/>
                    <a:pt x="4977003" y="2352548"/>
                    <a:pt x="4967224" y="2352548"/>
                  </a:cubicBezTo>
                  <a:lnTo>
                    <a:pt x="147574" y="2352548"/>
                  </a:lnTo>
                  <a:cubicBezTo>
                    <a:pt x="137922" y="2352548"/>
                    <a:pt x="128270" y="2351659"/>
                    <a:pt x="118745" y="2349754"/>
                  </a:cubicBezTo>
                  <a:cubicBezTo>
                    <a:pt x="109220" y="2347849"/>
                    <a:pt x="99949" y="2345055"/>
                    <a:pt x="91059" y="2341372"/>
                  </a:cubicBezTo>
                  <a:cubicBezTo>
                    <a:pt x="82169" y="2337689"/>
                    <a:pt x="73533" y="2333117"/>
                    <a:pt x="65532" y="2327783"/>
                  </a:cubicBezTo>
                  <a:cubicBezTo>
                    <a:pt x="57531" y="2322449"/>
                    <a:pt x="50038" y="2316226"/>
                    <a:pt x="43180" y="2309368"/>
                  </a:cubicBezTo>
                  <a:cubicBezTo>
                    <a:pt x="36322" y="2302510"/>
                    <a:pt x="30226" y="2295017"/>
                    <a:pt x="24765" y="2287016"/>
                  </a:cubicBezTo>
                  <a:cubicBezTo>
                    <a:pt x="19304" y="2279015"/>
                    <a:pt x="14859" y="2270506"/>
                    <a:pt x="11176" y="2261489"/>
                  </a:cubicBezTo>
                  <a:cubicBezTo>
                    <a:pt x="7493" y="2252472"/>
                    <a:pt x="4699" y="2243328"/>
                    <a:pt x="2794" y="2233803"/>
                  </a:cubicBezTo>
                  <a:cubicBezTo>
                    <a:pt x="889" y="2224278"/>
                    <a:pt x="0" y="2214753"/>
                    <a:pt x="0" y="2204974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5124323" cy="2362073"/>
            </a:xfrm>
            <a:custGeom>
              <a:avLst/>
              <a:gdLst/>
              <a:ahLst/>
              <a:cxnLst/>
              <a:rect r="r" b="b" t="t" l="l"/>
              <a:pathLst>
                <a:path h="2362073" w="5124323">
                  <a:moveTo>
                    <a:pt x="0" y="2209800"/>
                  </a:moveTo>
                  <a:lnTo>
                    <a:pt x="0" y="152400"/>
                  </a:lnTo>
                  <a:lnTo>
                    <a:pt x="4826" y="152400"/>
                  </a:lnTo>
                  <a:lnTo>
                    <a:pt x="0" y="152400"/>
                  </a:lnTo>
                  <a:cubicBezTo>
                    <a:pt x="0" y="142367"/>
                    <a:pt x="1016" y="132461"/>
                    <a:pt x="2921" y="122682"/>
                  </a:cubicBezTo>
                  <a:lnTo>
                    <a:pt x="7620" y="123571"/>
                  </a:lnTo>
                  <a:lnTo>
                    <a:pt x="2921" y="122682"/>
                  </a:lnTo>
                  <a:cubicBezTo>
                    <a:pt x="4826" y="112903"/>
                    <a:pt x="7747" y="103378"/>
                    <a:pt x="11557" y="94107"/>
                  </a:cubicBezTo>
                  <a:cubicBezTo>
                    <a:pt x="15367" y="84836"/>
                    <a:pt x="20066" y="76073"/>
                    <a:pt x="25654" y="67818"/>
                  </a:cubicBezTo>
                  <a:cubicBezTo>
                    <a:pt x="31242" y="59563"/>
                    <a:pt x="37592" y="51816"/>
                    <a:pt x="44577" y="44704"/>
                  </a:cubicBezTo>
                  <a:cubicBezTo>
                    <a:pt x="51689" y="37592"/>
                    <a:pt x="59309" y="31369"/>
                    <a:pt x="67691" y="25781"/>
                  </a:cubicBezTo>
                  <a:cubicBezTo>
                    <a:pt x="76073" y="20193"/>
                    <a:pt x="84836" y="15494"/>
                    <a:pt x="93980" y="11684"/>
                  </a:cubicBezTo>
                  <a:cubicBezTo>
                    <a:pt x="103251" y="7874"/>
                    <a:pt x="112776" y="4953"/>
                    <a:pt x="122555" y="3048"/>
                  </a:cubicBezTo>
                  <a:lnTo>
                    <a:pt x="123444" y="7747"/>
                  </a:lnTo>
                  <a:lnTo>
                    <a:pt x="122555" y="3048"/>
                  </a:lnTo>
                  <a:cubicBezTo>
                    <a:pt x="132461" y="1016"/>
                    <a:pt x="142367" y="0"/>
                    <a:pt x="152400" y="0"/>
                  </a:cubicBezTo>
                  <a:lnTo>
                    <a:pt x="4972050" y="0"/>
                  </a:lnTo>
                  <a:cubicBezTo>
                    <a:pt x="4982083" y="0"/>
                    <a:pt x="4991989" y="1016"/>
                    <a:pt x="5001768" y="2921"/>
                  </a:cubicBezTo>
                  <a:lnTo>
                    <a:pt x="5000879" y="7620"/>
                  </a:lnTo>
                  <a:lnTo>
                    <a:pt x="5001768" y="2921"/>
                  </a:lnTo>
                  <a:cubicBezTo>
                    <a:pt x="5011547" y="4826"/>
                    <a:pt x="5021072" y="7747"/>
                    <a:pt x="5030343" y="11557"/>
                  </a:cubicBezTo>
                  <a:lnTo>
                    <a:pt x="5028565" y="16002"/>
                  </a:lnTo>
                  <a:lnTo>
                    <a:pt x="5030343" y="11557"/>
                  </a:lnTo>
                  <a:cubicBezTo>
                    <a:pt x="5039614" y="15367"/>
                    <a:pt x="5048377" y="20066"/>
                    <a:pt x="5056632" y="25654"/>
                  </a:cubicBezTo>
                  <a:cubicBezTo>
                    <a:pt x="5065014" y="31242"/>
                    <a:pt x="5072634" y="37592"/>
                    <a:pt x="5079746" y="44577"/>
                  </a:cubicBezTo>
                  <a:cubicBezTo>
                    <a:pt x="5086858" y="51689"/>
                    <a:pt x="5093081" y="59309"/>
                    <a:pt x="5098669" y="67691"/>
                  </a:cubicBezTo>
                  <a:cubicBezTo>
                    <a:pt x="5104257" y="76073"/>
                    <a:pt x="5108956" y="84836"/>
                    <a:pt x="5112766" y="93980"/>
                  </a:cubicBezTo>
                  <a:cubicBezTo>
                    <a:pt x="5116576" y="103251"/>
                    <a:pt x="5119497" y="112776"/>
                    <a:pt x="5121402" y="122555"/>
                  </a:cubicBezTo>
                  <a:cubicBezTo>
                    <a:pt x="5123307" y="132334"/>
                    <a:pt x="5124323" y="142240"/>
                    <a:pt x="5124323" y="152273"/>
                  </a:cubicBezTo>
                  <a:lnTo>
                    <a:pt x="5124323" y="2209800"/>
                  </a:lnTo>
                  <a:cubicBezTo>
                    <a:pt x="5124323" y="2219833"/>
                    <a:pt x="5123307" y="2229739"/>
                    <a:pt x="5121402" y="2239518"/>
                  </a:cubicBezTo>
                  <a:lnTo>
                    <a:pt x="5116703" y="2238629"/>
                  </a:lnTo>
                  <a:lnTo>
                    <a:pt x="5121402" y="2239518"/>
                  </a:lnTo>
                  <a:cubicBezTo>
                    <a:pt x="5119497" y="2249297"/>
                    <a:pt x="5116576" y="2258822"/>
                    <a:pt x="5112766" y="2268093"/>
                  </a:cubicBezTo>
                  <a:cubicBezTo>
                    <a:pt x="5108956" y="2277364"/>
                    <a:pt x="5104257" y="2286127"/>
                    <a:pt x="5098669" y="2294382"/>
                  </a:cubicBezTo>
                  <a:lnTo>
                    <a:pt x="5094732" y="2291715"/>
                  </a:lnTo>
                  <a:lnTo>
                    <a:pt x="5098669" y="2294382"/>
                  </a:lnTo>
                  <a:cubicBezTo>
                    <a:pt x="5093081" y="2302764"/>
                    <a:pt x="5086731" y="2310384"/>
                    <a:pt x="5079746" y="2317496"/>
                  </a:cubicBezTo>
                  <a:cubicBezTo>
                    <a:pt x="5072634" y="2324608"/>
                    <a:pt x="5065014" y="2330831"/>
                    <a:pt x="5056632" y="2336419"/>
                  </a:cubicBezTo>
                  <a:lnTo>
                    <a:pt x="5053965" y="2332482"/>
                  </a:lnTo>
                  <a:lnTo>
                    <a:pt x="5056632" y="2336419"/>
                  </a:lnTo>
                  <a:cubicBezTo>
                    <a:pt x="5048250" y="2342007"/>
                    <a:pt x="5039487" y="2346706"/>
                    <a:pt x="5030343" y="2350516"/>
                  </a:cubicBezTo>
                  <a:lnTo>
                    <a:pt x="5028565" y="2346071"/>
                  </a:lnTo>
                  <a:lnTo>
                    <a:pt x="5030343" y="2350516"/>
                  </a:lnTo>
                  <a:cubicBezTo>
                    <a:pt x="5021072" y="2354326"/>
                    <a:pt x="5011547" y="2357247"/>
                    <a:pt x="5001768" y="2359152"/>
                  </a:cubicBezTo>
                  <a:cubicBezTo>
                    <a:pt x="4991989" y="2361057"/>
                    <a:pt x="4982083" y="2362073"/>
                    <a:pt x="4972050" y="2362073"/>
                  </a:cubicBezTo>
                  <a:lnTo>
                    <a:pt x="152400" y="2362073"/>
                  </a:lnTo>
                  <a:cubicBezTo>
                    <a:pt x="142367" y="2362073"/>
                    <a:pt x="132461" y="2361057"/>
                    <a:pt x="122682" y="2359152"/>
                  </a:cubicBezTo>
                  <a:lnTo>
                    <a:pt x="123571" y="2354453"/>
                  </a:lnTo>
                  <a:lnTo>
                    <a:pt x="122682" y="2359152"/>
                  </a:lnTo>
                  <a:cubicBezTo>
                    <a:pt x="112903" y="2357247"/>
                    <a:pt x="103378" y="2354326"/>
                    <a:pt x="94107" y="2350516"/>
                  </a:cubicBezTo>
                  <a:cubicBezTo>
                    <a:pt x="84836" y="2346706"/>
                    <a:pt x="76073" y="2342007"/>
                    <a:pt x="67818" y="2336419"/>
                  </a:cubicBezTo>
                  <a:cubicBezTo>
                    <a:pt x="59436" y="2330831"/>
                    <a:pt x="51816" y="2324481"/>
                    <a:pt x="44704" y="2317496"/>
                  </a:cubicBezTo>
                  <a:cubicBezTo>
                    <a:pt x="37592" y="2310384"/>
                    <a:pt x="31369" y="2302764"/>
                    <a:pt x="25781" y="2294382"/>
                  </a:cubicBezTo>
                  <a:lnTo>
                    <a:pt x="29718" y="2291715"/>
                  </a:lnTo>
                  <a:lnTo>
                    <a:pt x="25781" y="2294382"/>
                  </a:lnTo>
                  <a:cubicBezTo>
                    <a:pt x="20193" y="2286127"/>
                    <a:pt x="15494" y="2277237"/>
                    <a:pt x="11684" y="2268093"/>
                  </a:cubicBezTo>
                  <a:cubicBezTo>
                    <a:pt x="7874" y="2258822"/>
                    <a:pt x="4953" y="2249297"/>
                    <a:pt x="3048" y="2239518"/>
                  </a:cubicBezTo>
                  <a:lnTo>
                    <a:pt x="7747" y="2238629"/>
                  </a:lnTo>
                  <a:lnTo>
                    <a:pt x="3048" y="2239518"/>
                  </a:lnTo>
                  <a:cubicBezTo>
                    <a:pt x="1016" y="2229739"/>
                    <a:pt x="0" y="2219833"/>
                    <a:pt x="0" y="2209800"/>
                  </a:cubicBezTo>
                  <a:lnTo>
                    <a:pt x="4826" y="2209800"/>
                  </a:lnTo>
                  <a:lnTo>
                    <a:pt x="0" y="2209800"/>
                  </a:lnTo>
                  <a:moveTo>
                    <a:pt x="9525" y="2209800"/>
                  </a:moveTo>
                  <a:cubicBezTo>
                    <a:pt x="9525" y="2219198"/>
                    <a:pt x="10414" y="2228469"/>
                    <a:pt x="12319" y="2237613"/>
                  </a:cubicBezTo>
                  <a:cubicBezTo>
                    <a:pt x="14097" y="2246757"/>
                    <a:pt x="16891" y="2255774"/>
                    <a:pt x="20447" y="2264410"/>
                  </a:cubicBezTo>
                  <a:lnTo>
                    <a:pt x="16002" y="2266188"/>
                  </a:lnTo>
                  <a:lnTo>
                    <a:pt x="20447" y="2264410"/>
                  </a:lnTo>
                  <a:cubicBezTo>
                    <a:pt x="24003" y="2273046"/>
                    <a:pt x="28448" y="2281301"/>
                    <a:pt x="33655" y="2289048"/>
                  </a:cubicBezTo>
                  <a:cubicBezTo>
                    <a:pt x="38862" y="2296795"/>
                    <a:pt x="44831" y="2304034"/>
                    <a:pt x="51435" y="2310638"/>
                  </a:cubicBezTo>
                  <a:lnTo>
                    <a:pt x="48006" y="2314067"/>
                  </a:lnTo>
                  <a:lnTo>
                    <a:pt x="51435" y="2310638"/>
                  </a:lnTo>
                  <a:cubicBezTo>
                    <a:pt x="58039" y="2317242"/>
                    <a:pt x="65278" y="2323211"/>
                    <a:pt x="73025" y="2328418"/>
                  </a:cubicBezTo>
                  <a:lnTo>
                    <a:pt x="70358" y="2332355"/>
                  </a:lnTo>
                  <a:lnTo>
                    <a:pt x="73025" y="2328418"/>
                  </a:lnTo>
                  <a:cubicBezTo>
                    <a:pt x="80772" y="2333625"/>
                    <a:pt x="89027" y="2338070"/>
                    <a:pt x="97790" y="2341626"/>
                  </a:cubicBezTo>
                  <a:lnTo>
                    <a:pt x="96012" y="2346071"/>
                  </a:lnTo>
                  <a:lnTo>
                    <a:pt x="97790" y="2341626"/>
                  </a:lnTo>
                  <a:cubicBezTo>
                    <a:pt x="106426" y="2345182"/>
                    <a:pt x="115443" y="2347976"/>
                    <a:pt x="124587" y="2349754"/>
                  </a:cubicBezTo>
                  <a:cubicBezTo>
                    <a:pt x="133731" y="2351532"/>
                    <a:pt x="143129" y="2352548"/>
                    <a:pt x="152400" y="2352548"/>
                  </a:cubicBezTo>
                  <a:lnTo>
                    <a:pt x="152400" y="2357247"/>
                  </a:lnTo>
                  <a:lnTo>
                    <a:pt x="152400" y="2352421"/>
                  </a:lnTo>
                  <a:lnTo>
                    <a:pt x="4972050" y="2352421"/>
                  </a:lnTo>
                  <a:lnTo>
                    <a:pt x="4972050" y="2357247"/>
                  </a:lnTo>
                  <a:lnTo>
                    <a:pt x="4972050" y="2352548"/>
                  </a:lnTo>
                  <a:cubicBezTo>
                    <a:pt x="4981448" y="2352548"/>
                    <a:pt x="4990719" y="2351659"/>
                    <a:pt x="4999863" y="2349754"/>
                  </a:cubicBezTo>
                  <a:lnTo>
                    <a:pt x="5000752" y="2354453"/>
                  </a:lnTo>
                  <a:lnTo>
                    <a:pt x="4999863" y="2349754"/>
                  </a:lnTo>
                  <a:cubicBezTo>
                    <a:pt x="5009007" y="2347976"/>
                    <a:pt x="5018024" y="2345182"/>
                    <a:pt x="5026660" y="2341626"/>
                  </a:cubicBezTo>
                  <a:cubicBezTo>
                    <a:pt x="5035296" y="2338070"/>
                    <a:pt x="5043551" y="2333625"/>
                    <a:pt x="5051298" y="2328418"/>
                  </a:cubicBezTo>
                  <a:cubicBezTo>
                    <a:pt x="5059045" y="2323211"/>
                    <a:pt x="5066284" y="2317242"/>
                    <a:pt x="5072888" y="2310638"/>
                  </a:cubicBezTo>
                  <a:lnTo>
                    <a:pt x="5076317" y="2314067"/>
                  </a:lnTo>
                  <a:lnTo>
                    <a:pt x="5072888" y="2310638"/>
                  </a:lnTo>
                  <a:cubicBezTo>
                    <a:pt x="5079492" y="2304034"/>
                    <a:pt x="5085461" y="2296795"/>
                    <a:pt x="5090668" y="2289048"/>
                  </a:cubicBezTo>
                  <a:cubicBezTo>
                    <a:pt x="5095875" y="2281301"/>
                    <a:pt x="5100320" y="2273046"/>
                    <a:pt x="5103876" y="2264410"/>
                  </a:cubicBezTo>
                  <a:lnTo>
                    <a:pt x="5108321" y="2266188"/>
                  </a:lnTo>
                  <a:lnTo>
                    <a:pt x="5103876" y="2264410"/>
                  </a:lnTo>
                  <a:cubicBezTo>
                    <a:pt x="5107432" y="2255774"/>
                    <a:pt x="5110226" y="2246757"/>
                    <a:pt x="5112004" y="2237613"/>
                  </a:cubicBezTo>
                  <a:cubicBezTo>
                    <a:pt x="5113782" y="2228469"/>
                    <a:pt x="5114798" y="2219071"/>
                    <a:pt x="5114798" y="2209800"/>
                  </a:cubicBezTo>
                  <a:lnTo>
                    <a:pt x="5119497" y="2209800"/>
                  </a:lnTo>
                  <a:lnTo>
                    <a:pt x="5114671" y="2209800"/>
                  </a:lnTo>
                  <a:lnTo>
                    <a:pt x="5114671" y="152400"/>
                  </a:lnTo>
                  <a:lnTo>
                    <a:pt x="5119497" y="152400"/>
                  </a:lnTo>
                  <a:lnTo>
                    <a:pt x="5114798" y="152400"/>
                  </a:lnTo>
                  <a:cubicBezTo>
                    <a:pt x="5114798" y="143002"/>
                    <a:pt x="5113909" y="133731"/>
                    <a:pt x="5112004" y="124587"/>
                  </a:cubicBezTo>
                  <a:lnTo>
                    <a:pt x="5116703" y="123698"/>
                  </a:lnTo>
                  <a:lnTo>
                    <a:pt x="5112004" y="124587"/>
                  </a:lnTo>
                  <a:cubicBezTo>
                    <a:pt x="5110226" y="115443"/>
                    <a:pt x="5107432" y="106426"/>
                    <a:pt x="5103876" y="97790"/>
                  </a:cubicBezTo>
                  <a:lnTo>
                    <a:pt x="5108321" y="96012"/>
                  </a:lnTo>
                  <a:lnTo>
                    <a:pt x="5103876" y="97790"/>
                  </a:lnTo>
                  <a:cubicBezTo>
                    <a:pt x="5100320" y="89154"/>
                    <a:pt x="5095875" y="80899"/>
                    <a:pt x="5090668" y="73152"/>
                  </a:cubicBezTo>
                  <a:lnTo>
                    <a:pt x="5094605" y="70485"/>
                  </a:lnTo>
                  <a:lnTo>
                    <a:pt x="5090668" y="73152"/>
                  </a:lnTo>
                  <a:cubicBezTo>
                    <a:pt x="5085461" y="65405"/>
                    <a:pt x="5079492" y="58166"/>
                    <a:pt x="5072888" y="51562"/>
                  </a:cubicBezTo>
                  <a:lnTo>
                    <a:pt x="5076317" y="48133"/>
                  </a:lnTo>
                  <a:lnTo>
                    <a:pt x="5072888" y="51562"/>
                  </a:lnTo>
                  <a:cubicBezTo>
                    <a:pt x="5066284" y="44958"/>
                    <a:pt x="5059045" y="38989"/>
                    <a:pt x="5051298" y="33782"/>
                  </a:cubicBezTo>
                  <a:lnTo>
                    <a:pt x="5053965" y="29845"/>
                  </a:lnTo>
                  <a:lnTo>
                    <a:pt x="5051298" y="33782"/>
                  </a:lnTo>
                  <a:cubicBezTo>
                    <a:pt x="5043551" y="28575"/>
                    <a:pt x="5035296" y="24130"/>
                    <a:pt x="5026660" y="20574"/>
                  </a:cubicBezTo>
                  <a:cubicBezTo>
                    <a:pt x="5018024" y="17018"/>
                    <a:pt x="5009007" y="14224"/>
                    <a:pt x="4999863" y="12446"/>
                  </a:cubicBezTo>
                  <a:cubicBezTo>
                    <a:pt x="4990719" y="10668"/>
                    <a:pt x="4981321" y="9652"/>
                    <a:pt x="4972050" y="9652"/>
                  </a:cubicBezTo>
                  <a:lnTo>
                    <a:pt x="4972050" y="4953"/>
                  </a:lnTo>
                  <a:lnTo>
                    <a:pt x="4972050" y="9779"/>
                  </a:lnTo>
                  <a:lnTo>
                    <a:pt x="152400" y="9779"/>
                  </a:lnTo>
                  <a:lnTo>
                    <a:pt x="152400" y="4826"/>
                  </a:lnTo>
                  <a:lnTo>
                    <a:pt x="152400" y="9525"/>
                  </a:lnTo>
                  <a:cubicBezTo>
                    <a:pt x="143002" y="9525"/>
                    <a:pt x="133731" y="10414"/>
                    <a:pt x="124587" y="12319"/>
                  </a:cubicBezTo>
                  <a:cubicBezTo>
                    <a:pt x="115443" y="14224"/>
                    <a:pt x="106426" y="16891"/>
                    <a:pt x="97790" y="20447"/>
                  </a:cubicBezTo>
                  <a:lnTo>
                    <a:pt x="96012" y="16002"/>
                  </a:lnTo>
                  <a:lnTo>
                    <a:pt x="97790" y="20447"/>
                  </a:lnTo>
                  <a:cubicBezTo>
                    <a:pt x="89154" y="24003"/>
                    <a:pt x="80899" y="28448"/>
                    <a:pt x="73152" y="33655"/>
                  </a:cubicBezTo>
                  <a:lnTo>
                    <a:pt x="70485" y="29718"/>
                  </a:lnTo>
                  <a:lnTo>
                    <a:pt x="73152" y="33655"/>
                  </a:lnTo>
                  <a:cubicBezTo>
                    <a:pt x="65405" y="38862"/>
                    <a:pt x="58166" y="44831"/>
                    <a:pt x="51562" y="51435"/>
                  </a:cubicBezTo>
                  <a:lnTo>
                    <a:pt x="48133" y="48006"/>
                  </a:lnTo>
                  <a:lnTo>
                    <a:pt x="51562" y="51435"/>
                  </a:lnTo>
                  <a:cubicBezTo>
                    <a:pt x="44958" y="58039"/>
                    <a:pt x="38989" y="65278"/>
                    <a:pt x="33782" y="73025"/>
                  </a:cubicBezTo>
                  <a:lnTo>
                    <a:pt x="29845" y="70358"/>
                  </a:lnTo>
                  <a:lnTo>
                    <a:pt x="33782" y="73025"/>
                  </a:lnTo>
                  <a:cubicBezTo>
                    <a:pt x="28575" y="80772"/>
                    <a:pt x="24130" y="89027"/>
                    <a:pt x="20574" y="97663"/>
                  </a:cubicBezTo>
                  <a:lnTo>
                    <a:pt x="16129" y="95885"/>
                  </a:lnTo>
                  <a:lnTo>
                    <a:pt x="20574" y="97663"/>
                  </a:lnTo>
                  <a:cubicBezTo>
                    <a:pt x="17018" y="106299"/>
                    <a:pt x="14224" y="115316"/>
                    <a:pt x="12446" y="124460"/>
                  </a:cubicBezTo>
                  <a:cubicBezTo>
                    <a:pt x="10668" y="133604"/>
                    <a:pt x="9652" y="143002"/>
                    <a:pt x="9652" y="152273"/>
                  </a:cubicBezTo>
                  <a:lnTo>
                    <a:pt x="9652" y="2209800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265901" y="2993482"/>
            <a:ext cx="6022099" cy="2467714"/>
            <a:chOff x="0" y="0"/>
            <a:chExt cx="5260975" cy="21558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8326" y="68326"/>
              <a:ext cx="5124323" cy="2019173"/>
            </a:xfrm>
            <a:custGeom>
              <a:avLst/>
              <a:gdLst/>
              <a:ahLst/>
              <a:cxnLst/>
              <a:rect r="r" b="b" t="t" l="l"/>
              <a:pathLst>
                <a:path h="2019173" w="5124323">
                  <a:moveTo>
                    <a:pt x="0" y="1871599"/>
                  </a:moveTo>
                  <a:lnTo>
                    <a:pt x="0" y="147574"/>
                  </a:lnTo>
                  <a:cubicBezTo>
                    <a:pt x="0" y="137922"/>
                    <a:pt x="889" y="128270"/>
                    <a:pt x="2794" y="118745"/>
                  </a:cubicBezTo>
                  <a:cubicBezTo>
                    <a:pt x="4699" y="109220"/>
                    <a:pt x="7493" y="99949"/>
                    <a:pt x="11176" y="91059"/>
                  </a:cubicBezTo>
                  <a:cubicBezTo>
                    <a:pt x="14859" y="82169"/>
                    <a:pt x="19431" y="73533"/>
                    <a:pt x="24765" y="65532"/>
                  </a:cubicBezTo>
                  <a:cubicBezTo>
                    <a:pt x="30099" y="57531"/>
                    <a:pt x="36322" y="50038"/>
                    <a:pt x="43180" y="43180"/>
                  </a:cubicBezTo>
                  <a:cubicBezTo>
                    <a:pt x="50038" y="36322"/>
                    <a:pt x="57531" y="30226"/>
                    <a:pt x="65532" y="24765"/>
                  </a:cubicBezTo>
                  <a:cubicBezTo>
                    <a:pt x="73533" y="19304"/>
                    <a:pt x="82042" y="14859"/>
                    <a:pt x="91059" y="11176"/>
                  </a:cubicBezTo>
                  <a:cubicBezTo>
                    <a:pt x="100076" y="7493"/>
                    <a:pt x="109220" y="4699"/>
                    <a:pt x="118745" y="2794"/>
                  </a:cubicBezTo>
                  <a:cubicBezTo>
                    <a:pt x="128270" y="889"/>
                    <a:pt x="137795" y="0"/>
                    <a:pt x="147574" y="0"/>
                  </a:cubicBezTo>
                  <a:lnTo>
                    <a:pt x="4976749" y="0"/>
                  </a:lnTo>
                  <a:cubicBezTo>
                    <a:pt x="4986401" y="0"/>
                    <a:pt x="4996053" y="889"/>
                    <a:pt x="5005578" y="2794"/>
                  </a:cubicBezTo>
                  <a:cubicBezTo>
                    <a:pt x="5015103" y="4699"/>
                    <a:pt x="5024374" y="7493"/>
                    <a:pt x="5033264" y="11176"/>
                  </a:cubicBezTo>
                  <a:cubicBezTo>
                    <a:pt x="5042154" y="14859"/>
                    <a:pt x="5050790" y="19431"/>
                    <a:pt x="5058791" y="24765"/>
                  </a:cubicBezTo>
                  <a:cubicBezTo>
                    <a:pt x="5066792" y="30099"/>
                    <a:pt x="5074285" y="36322"/>
                    <a:pt x="5081143" y="43180"/>
                  </a:cubicBezTo>
                  <a:cubicBezTo>
                    <a:pt x="5088001" y="50038"/>
                    <a:pt x="5094097" y="57531"/>
                    <a:pt x="5099558" y="65532"/>
                  </a:cubicBezTo>
                  <a:cubicBezTo>
                    <a:pt x="5105019" y="73533"/>
                    <a:pt x="5109464" y="82042"/>
                    <a:pt x="5113147" y="91059"/>
                  </a:cubicBezTo>
                  <a:cubicBezTo>
                    <a:pt x="5116830" y="100076"/>
                    <a:pt x="5119624" y="109220"/>
                    <a:pt x="5121529" y="118745"/>
                  </a:cubicBezTo>
                  <a:cubicBezTo>
                    <a:pt x="5123434" y="128270"/>
                    <a:pt x="5124323" y="137795"/>
                    <a:pt x="5124323" y="147574"/>
                  </a:cubicBezTo>
                  <a:lnTo>
                    <a:pt x="5124323" y="1871599"/>
                  </a:lnTo>
                  <a:cubicBezTo>
                    <a:pt x="5124323" y="1881251"/>
                    <a:pt x="5123434" y="1890903"/>
                    <a:pt x="5121529" y="1900428"/>
                  </a:cubicBezTo>
                  <a:cubicBezTo>
                    <a:pt x="5119624" y="1909953"/>
                    <a:pt x="5116830" y="1919224"/>
                    <a:pt x="5113147" y="1928114"/>
                  </a:cubicBezTo>
                  <a:cubicBezTo>
                    <a:pt x="5109464" y="1937004"/>
                    <a:pt x="5104892" y="1945640"/>
                    <a:pt x="5099558" y="1953641"/>
                  </a:cubicBezTo>
                  <a:cubicBezTo>
                    <a:pt x="5094224" y="1961642"/>
                    <a:pt x="5088001" y="1969135"/>
                    <a:pt x="5081143" y="1975993"/>
                  </a:cubicBezTo>
                  <a:cubicBezTo>
                    <a:pt x="5074285" y="1982851"/>
                    <a:pt x="5066792" y="1988947"/>
                    <a:pt x="5058791" y="1994408"/>
                  </a:cubicBezTo>
                  <a:cubicBezTo>
                    <a:pt x="5050790" y="1999869"/>
                    <a:pt x="5042281" y="2004314"/>
                    <a:pt x="5033264" y="2007997"/>
                  </a:cubicBezTo>
                  <a:cubicBezTo>
                    <a:pt x="5024247" y="2011680"/>
                    <a:pt x="5015103" y="2014474"/>
                    <a:pt x="5005578" y="2016379"/>
                  </a:cubicBezTo>
                  <a:cubicBezTo>
                    <a:pt x="4996053" y="2018284"/>
                    <a:pt x="4986528" y="2019173"/>
                    <a:pt x="4976749" y="2019173"/>
                  </a:cubicBezTo>
                  <a:lnTo>
                    <a:pt x="147574" y="2019173"/>
                  </a:lnTo>
                  <a:cubicBezTo>
                    <a:pt x="137922" y="2019173"/>
                    <a:pt x="128270" y="2018284"/>
                    <a:pt x="118745" y="2016379"/>
                  </a:cubicBezTo>
                  <a:cubicBezTo>
                    <a:pt x="109220" y="2014474"/>
                    <a:pt x="99949" y="2011680"/>
                    <a:pt x="91059" y="2007997"/>
                  </a:cubicBezTo>
                  <a:cubicBezTo>
                    <a:pt x="82169" y="2004314"/>
                    <a:pt x="73533" y="1999742"/>
                    <a:pt x="65532" y="1994408"/>
                  </a:cubicBezTo>
                  <a:cubicBezTo>
                    <a:pt x="57531" y="1989074"/>
                    <a:pt x="50038" y="1982851"/>
                    <a:pt x="43180" y="1975993"/>
                  </a:cubicBezTo>
                  <a:cubicBezTo>
                    <a:pt x="36322" y="1969135"/>
                    <a:pt x="30226" y="1961642"/>
                    <a:pt x="24765" y="1953641"/>
                  </a:cubicBezTo>
                  <a:cubicBezTo>
                    <a:pt x="19304" y="1945640"/>
                    <a:pt x="14859" y="1937131"/>
                    <a:pt x="11176" y="1928114"/>
                  </a:cubicBezTo>
                  <a:cubicBezTo>
                    <a:pt x="7493" y="1919097"/>
                    <a:pt x="4699" y="1909953"/>
                    <a:pt x="2794" y="1900428"/>
                  </a:cubicBezTo>
                  <a:cubicBezTo>
                    <a:pt x="889" y="1890903"/>
                    <a:pt x="0" y="1881378"/>
                    <a:pt x="0" y="1871599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5133848" cy="2028698"/>
            </a:xfrm>
            <a:custGeom>
              <a:avLst/>
              <a:gdLst/>
              <a:ahLst/>
              <a:cxnLst/>
              <a:rect r="r" b="b" t="t" l="l"/>
              <a:pathLst>
                <a:path h="2028698" w="5133848">
                  <a:moveTo>
                    <a:pt x="0" y="1876425"/>
                  </a:moveTo>
                  <a:lnTo>
                    <a:pt x="0" y="152400"/>
                  </a:lnTo>
                  <a:lnTo>
                    <a:pt x="4826" y="152400"/>
                  </a:lnTo>
                  <a:lnTo>
                    <a:pt x="0" y="152400"/>
                  </a:lnTo>
                  <a:cubicBezTo>
                    <a:pt x="0" y="142367"/>
                    <a:pt x="1016" y="132461"/>
                    <a:pt x="2921" y="122682"/>
                  </a:cubicBezTo>
                  <a:cubicBezTo>
                    <a:pt x="4826" y="112903"/>
                    <a:pt x="7747" y="103378"/>
                    <a:pt x="11557" y="94107"/>
                  </a:cubicBezTo>
                  <a:lnTo>
                    <a:pt x="16002" y="95885"/>
                  </a:lnTo>
                  <a:lnTo>
                    <a:pt x="11557" y="94107"/>
                  </a:lnTo>
                  <a:cubicBezTo>
                    <a:pt x="15367" y="84836"/>
                    <a:pt x="20066" y="76073"/>
                    <a:pt x="25654" y="67818"/>
                  </a:cubicBezTo>
                  <a:cubicBezTo>
                    <a:pt x="31242" y="59436"/>
                    <a:pt x="37592" y="51816"/>
                    <a:pt x="44577" y="44704"/>
                  </a:cubicBezTo>
                  <a:lnTo>
                    <a:pt x="48006" y="48133"/>
                  </a:lnTo>
                  <a:lnTo>
                    <a:pt x="44577" y="44704"/>
                  </a:lnTo>
                  <a:cubicBezTo>
                    <a:pt x="51689" y="37592"/>
                    <a:pt x="59309" y="31369"/>
                    <a:pt x="67691" y="25781"/>
                  </a:cubicBezTo>
                  <a:cubicBezTo>
                    <a:pt x="76073" y="20193"/>
                    <a:pt x="84836" y="15494"/>
                    <a:pt x="93980" y="11684"/>
                  </a:cubicBezTo>
                  <a:cubicBezTo>
                    <a:pt x="103251" y="7874"/>
                    <a:pt x="112776" y="4953"/>
                    <a:pt x="122555" y="3048"/>
                  </a:cubicBezTo>
                  <a:cubicBezTo>
                    <a:pt x="132461" y="1016"/>
                    <a:pt x="142367" y="0"/>
                    <a:pt x="152400" y="0"/>
                  </a:cubicBezTo>
                  <a:lnTo>
                    <a:pt x="152400" y="4826"/>
                  </a:lnTo>
                  <a:lnTo>
                    <a:pt x="152400" y="0"/>
                  </a:lnTo>
                  <a:lnTo>
                    <a:pt x="4981575" y="0"/>
                  </a:lnTo>
                  <a:lnTo>
                    <a:pt x="4981575" y="4826"/>
                  </a:lnTo>
                  <a:lnTo>
                    <a:pt x="4981575" y="0"/>
                  </a:lnTo>
                  <a:cubicBezTo>
                    <a:pt x="4991608" y="0"/>
                    <a:pt x="5001514" y="1016"/>
                    <a:pt x="5011293" y="2921"/>
                  </a:cubicBezTo>
                  <a:lnTo>
                    <a:pt x="5010404" y="7620"/>
                  </a:lnTo>
                  <a:lnTo>
                    <a:pt x="5011293" y="2921"/>
                  </a:lnTo>
                  <a:cubicBezTo>
                    <a:pt x="5021072" y="4826"/>
                    <a:pt x="5030597" y="7747"/>
                    <a:pt x="5039868" y="11557"/>
                  </a:cubicBezTo>
                  <a:cubicBezTo>
                    <a:pt x="5049139" y="15367"/>
                    <a:pt x="5057902" y="20066"/>
                    <a:pt x="5066157" y="25654"/>
                  </a:cubicBezTo>
                  <a:cubicBezTo>
                    <a:pt x="5074539" y="31242"/>
                    <a:pt x="5082159" y="37592"/>
                    <a:pt x="5089271" y="44577"/>
                  </a:cubicBezTo>
                  <a:lnTo>
                    <a:pt x="5085842" y="48006"/>
                  </a:lnTo>
                  <a:lnTo>
                    <a:pt x="5089271" y="44577"/>
                  </a:lnTo>
                  <a:cubicBezTo>
                    <a:pt x="5096383" y="51689"/>
                    <a:pt x="5102606" y="59309"/>
                    <a:pt x="5108194" y="67691"/>
                  </a:cubicBezTo>
                  <a:lnTo>
                    <a:pt x="5104257" y="70358"/>
                  </a:lnTo>
                  <a:lnTo>
                    <a:pt x="5108194" y="67691"/>
                  </a:lnTo>
                  <a:cubicBezTo>
                    <a:pt x="5113782" y="76073"/>
                    <a:pt x="5118481" y="84836"/>
                    <a:pt x="5122291" y="93980"/>
                  </a:cubicBezTo>
                  <a:cubicBezTo>
                    <a:pt x="5126101" y="103251"/>
                    <a:pt x="5129022" y="112776"/>
                    <a:pt x="5130927" y="122555"/>
                  </a:cubicBezTo>
                  <a:lnTo>
                    <a:pt x="5126228" y="123444"/>
                  </a:lnTo>
                  <a:lnTo>
                    <a:pt x="5130927" y="122555"/>
                  </a:lnTo>
                  <a:cubicBezTo>
                    <a:pt x="5132832" y="132334"/>
                    <a:pt x="5133848" y="142240"/>
                    <a:pt x="5133848" y="152273"/>
                  </a:cubicBezTo>
                  <a:lnTo>
                    <a:pt x="5133848" y="1876425"/>
                  </a:lnTo>
                  <a:cubicBezTo>
                    <a:pt x="5133848" y="1886458"/>
                    <a:pt x="5132832" y="1896364"/>
                    <a:pt x="5130927" y="1906143"/>
                  </a:cubicBezTo>
                  <a:lnTo>
                    <a:pt x="5126228" y="1905254"/>
                  </a:lnTo>
                  <a:lnTo>
                    <a:pt x="5130927" y="1906143"/>
                  </a:lnTo>
                  <a:cubicBezTo>
                    <a:pt x="5129022" y="1915922"/>
                    <a:pt x="5126101" y="1925447"/>
                    <a:pt x="5122291" y="1934718"/>
                  </a:cubicBezTo>
                  <a:cubicBezTo>
                    <a:pt x="5118481" y="1943989"/>
                    <a:pt x="5113782" y="1952752"/>
                    <a:pt x="5108194" y="1961007"/>
                  </a:cubicBezTo>
                  <a:lnTo>
                    <a:pt x="5104257" y="1958340"/>
                  </a:lnTo>
                  <a:lnTo>
                    <a:pt x="5108194" y="1961007"/>
                  </a:lnTo>
                  <a:cubicBezTo>
                    <a:pt x="5102606" y="1969389"/>
                    <a:pt x="5096256" y="1977009"/>
                    <a:pt x="5089271" y="1984121"/>
                  </a:cubicBezTo>
                  <a:cubicBezTo>
                    <a:pt x="5082159" y="1991233"/>
                    <a:pt x="5074539" y="1997456"/>
                    <a:pt x="5066157" y="2003044"/>
                  </a:cubicBezTo>
                  <a:lnTo>
                    <a:pt x="5063490" y="1999107"/>
                  </a:lnTo>
                  <a:lnTo>
                    <a:pt x="5066157" y="2003044"/>
                  </a:lnTo>
                  <a:cubicBezTo>
                    <a:pt x="5057775" y="2008632"/>
                    <a:pt x="5049012" y="2013331"/>
                    <a:pt x="5039868" y="2017141"/>
                  </a:cubicBezTo>
                  <a:lnTo>
                    <a:pt x="5038090" y="2012696"/>
                  </a:lnTo>
                  <a:lnTo>
                    <a:pt x="5039868" y="2017141"/>
                  </a:lnTo>
                  <a:cubicBezTo>
                    <a:pt x="5030597" y="2020951"/>
                    <a:pt x="5021072" y="2023872"/>
                    <a:pt x="5011293" y="2025777"/>
                  </a:cubicBezTo>
                  <a:lnTo>
                    <a:pt x="5010404" y="2021078"/>
                  </a:lnTo>
                  <a:lnTo>
                    <a:pt x="5011293" y="2025777"/>
                  </a:lnTo>
                  <a:cubicBezTo>
                    <a:pt x="5001514" y="2027682"/>
                    <a:pt x="4991608" y="2028698"/>
                    <a:pt x="4981575" y="2028698"/>
                  </a:cubicBezTo>
                  <a:lnTo>
                    <a:pt x="152400" y="2028698"/>
                  </a:lnTo>
                  <a:cubicBezTo>
                    <a:pt x="142367" y="2028698"/>
                    <a:pt x="132461" y="2027682"/>
                    <a:pt x="122682" y="2025777"/>
                  </a:cubicBezTo>
                  <a:cubicBezTo>
                    <a:pt x="112903" y="2023872"/>
                    <a:pt x="103378" y="2020951"/>
                    <a:pt x="94107" y="2017141"/>
                  </a:cubicBezTo>
                  <a:cubicBezTo>
                    <a:pt x="84836" y="2013331"/>
                    <a:pt x="76073" y="2008632"/>
                    <a:pt x="67818" y="2003044"/>
                  </a:cubicBezTo>
                  <a:lnTo>
                    <a:pt x="70485" y="1999107"/>
                  </a:lnTo>
                  <a:lnTo>
                    <a:pt x="67818" y="2003044"/>
                  </a:lnTo>
                  <a:cubicBezTo>
                    <a:pt x="59436" y="1997456"/>
                    <a:pt x="51816" y="1991106"/>
                    <a:pt x="44704" y="1984121"/>
                  </a:cubicBezTo>
                  <a:cubicBezTo>
                    <a:pt x="37592" y="1977009"/>
                    <a:pt x="31369" y="1969389"/>
                    <a:pt x="25781" y="1961007"/>
                  </a:cubicBezTo>
                  <a:lnTo>
                    <a:pt x="29718" y="1958340"/>
                  </a:lnTo>
                  <a:lnTo>
                    <a:pt x="25781" y="1961007"/>
                  </a:lnTo>
                  <a:cubicBezTo>
                    <a:pt x="20193" y="1952625"/>
                    <a:pt x="15494" y="1943862"/>
                    <a:pt x="11684" y="1934718"/>
                  </a:cubicBezTo>
                  <a:lnTo>
                    <a:pt x="16129" y="1932940"/>
                  </a:lnTo>
                  <a:lnTo>
                    <a:pt x="11684" y="1934718"/>
                  </a:lnTo>
                  <a:cubicBezTo>
                    <a:pt x="7874" y="1925447"/>
                    <a:pt x="4953" y="1915922"/>
                    <a:pt x="3048" y="1906143"/>
                  </a:cubicBezTo>
                  <a:cubicBezTo>
                    <a:pt x="1143" y="1896364"/>
                    <a:pt x="127" y="1886458"/>
                    <a:pt x="127" y="1876425"/>
                  </a:cubicBezTo>
                  <a:lnTo>
                    <a:pt x="4953" y="1876425"/>
                  </a:lnTo>
                  <a:lnTo>
                    <a:pt x="0" y="1876425"/>
                  </a:lnTo>
                  <a:moveTo>
                    <a:pt x="9525" y="1876425"/>
                  </a:moveTo>
                  <a:cubicBezTo>
                    <a:pt x="9525" y="1885823"/>
                    <a:pt x="10414" y="1895094"/>
                    <a:pt x="12319" y="1904238"/>
                  </a:cubicBezTo>
                  <a:lnTo>
                    <a:pt x="7620" y="1905127"/>
                  </a:lnTo>
                  <a:lnTo>
                    <a:pt x="12319" y="1904238"/>
                  </a:lnTo>
                  <a:cubicBezTo>
                    <a:pt x="14097" y="1913382"/>
                    <a:pt x="16891" y="1922399"/>
                    <a:pt x="20447" y="1931035"/>
                  </a:cubicBezTo>
                  <a:cubicBezTo>
                    <a:pt x="24003" y="1939671"/>
                    <a:pt x="28448" y="1947926"/>
                    <a:pt x="33655" y="1955673"/>
                  </a:cubicBezTo>
                  <a:cubicBezTo>
                    <a:pt x="38862" y="1963420"/>
                    <a:pt x="44831" y="1970659"/>
                    <a:pt x="51435" y="1977390"/>
                  </a:cubicBezTo>
                  <a:lnTo>
                    <a:pt x="48006" y="1980819"/>
                  </a:lnTo>
                  <a:lnTo>
                    <a:pt x="51435" y="1977390"/>
                  </a:lnTo>
                  <a:cubicBezTo>
                    <a:pt x="58039" y="1983994"/>
                    <a:pt x="65278" y="1989963"/>
                    <a:pt x="73025" y="1995170"/>
                  </a:cubicBezTo>
                  <a:cubicBezTo>
                    <a:pt x="80772" y="2000377"/>
                    <a:pt x="89027" y="2004822"/>
                    <a:pt x="97663" y="2008378"/>
                  </a:cubicBezTo>
                  <a:lnTo>
                    <a:pt x="95885" y="2012823"/>
                  </a:lnTo>
                  <a:lnTo>
                    <a:pt x="97663" y="2008378"/>
                  </a:lnTo>
                  <a:cubicBezTo>
                    <a:pt x="106299" y="2011934"/>
                    <a:pt x="115316" y="2014728"/>
                    <a:pt x="124460" y="2016506"/>
                  </a:cubicBezTo>
                  <a:lnTo>
                    <a:pt x="123571" y="2021205"/>
                  </a:lnTo>
                  <a:lnTo>
                    <a:pt x="124460" y="2016506"/>
                  </a:lnTo>
                  <a:cubicBezTo>
                    <a:pt x="133604" y="2018284"/>
                    <a:pt x="143002" y="2019300"/>
                    <a:pt x="152400" y="2019300"/>
                  </a:cubicBezTo>
                  <a:lnTo>
                    <a:pt x="152400" y="2023999"/>
                  </a:lnTo>
                  <a:lnTo>
                    <a:pt x="152400" y="2019300"/>
                  </a:lnTo>
                  <a:lnTo>
                    <a:pt x="4981575" y="2019300"/>
                  </a:lnTo>
                  <a:lnTo>
                    <a:pt x="4981575" y="2024126"/>
                  </a:lnTo>
                  <a:lnTo>
                    <a:pt x="4981575" y="2019427"/>
                  </a:lnTo>
                  <a:cubicBezTo>
                    <a:pt x="4990973" y="2019427"/>
                    <a:pt x="5000244" y="2018538"/>
                    <a:pt x="5009388" y="2016633"/>
                  </a:cubicBezTo>
                  <a:cubicBezTo>
                    <a:pt x="5018532" y="2014855"/>
                    <a:pt x="5027549" y="2012061"/>
                    <a:pt x="5036185" y="2008505"/>
                  </a:cubicBezTo>
                  <a:cubicBezTo>
                    <a:pt x="5044821" y="2004949"/>
                    <a:pt x="5053076" y="2000504"/>
                    <a:pt x="5060950" y="1995297"/>
                  </a:cubicBezTo>
                  <a:cubicBezTo>
                    <a:pt x="5068824" y="1990090"/>
                    <a:pt x="5075936" y="1984121"/>
                    <a:pt x="5082540" y="1977517"/>
                  </a:cubicBezTo>
                  <a:lnTo>
                    <a:pt x="5085969" y="1980946"/>
                  </a:lnTo>
                  <a:lnTo>
                    <a:pt x="5082540" y="1977517"/>
                  </a:lnTo>
                  <a:cubicBezTo>
                    <a:pt x="5089144" y="1970913"/>
                    <a:pt x="5095113" y="1963674"/>
                    <a:pt x="5100320" y="1955927"/>
                  </a:cubicBezTo>
                  <a:cubicBezTo>
                    <a:pt x="5105527" y="1948180"/>
                    <a:pt x="5109972" y="1939925"/>
                    <a:pt x="5113528" y="1931289"/>
                  </a:cubicBezTo>
                  <a:lnTo>
                    <a:pt x="5117973" y="1933067"/>
                  </a:lnTo>
                  <a:lnTo>
                    <a:pt x="5113528" y="1931289"/>
                  </a:lnTo>
                  <a:cubicBezTo>
                    <a:pt x="5117084" y="1922653"/>
                    <a:pt x="5119878" y="1913636"/>
                    <a:pt x="5121656" y="1904492"/>
                  </a:cubicBezTo>
                  <a:cubicBezTo>
                    <a:pt x="5123434" y="1895348"/>
                    <a:pt x="5124450" y="1885950"/>
                    <a:pt x="5124450" y="1876679"/>
                  </a:cubicBezTo>
                  <a:lnTo>
                    <a:pt x="5129149" y="1876679"/>
                  </a:lnTo>
                  <a:lnTo>
                    <a:pt x="5124323" y="1876679"/>
                  </a:lnTo>
                  <a:lnTo>
                    <a:pt x="5124323" y="152400"/>
                  </a:lnTo>
                  <a:lnTo>
                    <a:pt x="5129149" y="152400"/>
                  </a:lnTo>
                  <a:lnTo>
                    <a:pt x="5124450" y="152400"/>
                  </a:lnTo>
                  <a:cubicBezTo>
                    <a:pt x="5124450" y="143002"/>
                    <a:pt x="5123561" y="133731"/>
                    <a:pt x="5121656" y="124587"/>
                  </a:cubicBezTo>
                  <a:cubicBezTo>
                    <a:pt x="5119878" y="115443"/>
                    <a:pt x="5117084" y="106426"/>
                    <a:pt x="5113528" y="97790"/>
                  </a:cubicBezTo>
                  <a:lnTo>
                    <a:pt x="5117973" y="96012"/>
                  </a:lnTo>
                  <a:lnTo>
                    <a:pt x="5113528" y="97790"/>
                  </a:lnTo>
                  <a:cubicBezTo>
                    <a:pt x="5109972" y="89154"/>
                    <a:pt x="5105527" y="80899"/>
                    <a:pt x="5100320" y="73152"/>
                  </a:cubicBezTo>
                  <a:cubicBezTo>
                    <a:pt x="5095113" y="65405"/>
                    <a:pt x="5089144" y="58166"/>
                    <a:pt x="5082540" y="51562"/>
                  </a:cubicBezTo>
                  <a:cubicBezTo>
                    <a:pt x="5075936" y="44958"/>
                    <a:pt x="5068697" y="38989"/>
                    <a:pt x="5060950" y="33782"/>
                  </a:cubicBezTo>
                  <a:lnTo>
                    <a:pt x="5063617" y="29845"/>
                  </a:lnTo>
                  <a:lnTo>
                    <a:pt x="5060950" y="33782"/>
                  </a:lnTo>
                  <a:cubicBezTo>
                    <a:pt x="5053203" y="28575"/>
                    <a:pt x="5044948" y="24130"/>
                    <a:pt x="5036185" y="20574"/>
                  </a:cubicBezTo>
                  <a:lnTo>
                    <a:pt x="5037963" y="16129"/>
                  </a:lnTo>
                  <a:lnTo>
                    <a:pt x="5036185" y="20574"/>
                  </a:lnTo>
                  <a:cubicBezTo>
                    <a:pt x="5027549" y="17018"/>
                    <a:pt x="5018532" y="14224"/>
                    <a:pt x="5009388" y="12446"/>
                  </a:cubicBezTo>
                  <a:cubicBezTo>
                    <a:pt x="5000244" y="10668"/>
                    <a:pt x="4990846" y="9652"/>
                    <a:pt x="4981575" y="9652"/>
                  </a:cubicBezTo>
                  <a:lnTo>
                    <a:pt x="152400" y="9652"/>
                  </a:lnTo>
                  <a:cubicBezTo>
                    <a:pt x="143002" y="9652"/>
                    <a:pt x="133731" y="10541"/>
                    <a:pt x="124587" y="12446"/>
                  </a:cubicBezTo>
                  <a:lnTo>
                    <a:pt x="123698" y="7747"/>
                  </a:lnTo>
                  <a:lnTo>
                    <a:pt x="124587" y="12446"/>
                  </a:lnTo>
                  <a:cubicBezTo>
                    <a:pt x="115443" y="14224"/>
                    <a:pt x="106426" y="17018"/>
                    <a:pt x="97790" y="20574"/>
                  </a:cubicBezTo>
                  <a:lnTo>
                    <a:pt x="96012" y="16129"/>
                  </a:lnTo>
                  <a:lnTo>
                    <a:pt x="97790" y="20574"/>
                  </a:lnTo>
                  <a:cubicBezTo>
                    <a:pt x="89154" y="24130"/>
                    <a:pt x="80899" y="28575"/>
                    <a:pt x="73152" y="33782"/>
                  </a:cubicBezTo>
                  <a:lnTo>
                    <a:pt x="70485" y="29845"/>
                  </a:lnTo>
                  <a:lnTo>
                    <a:pt x="73152" y="33782"/>
                  </a:lnTo>
                  <a:cubicBezTo>
                    <a:pt x="65405" y="38989"/>
                    <a:pt x="58166" y="44958"/>
                    <a:pt x="51562" y="51562"/>
                  </a:cubicBezTo>
                  <a:cubicBezTo>
                    <a:pt x="44958" y="58166"/>
                    <a:pt x="38989" y="65405"/>
                    <a:pt x="33782" y="73152"/>
                  </a:cubicBezTo>
                  <a:lnTo>
                    <a:pt x="29845" y="70485"/>
                  </a:lnTo>
                  <a:lnTo>
                    <a:pt x="33782" y="73152"/>
                  </a:lnTo>
                  <a:cubicBezTo>
                    <a:pt x="28575" y="80899"/>
                    <a:pt x="24130" y="89154"/>
                    <a:pt x="20574" y="97790"/>
                  </a:cubicBezTo>
                  <a:cubicBezTo>
                    <a:pt x="17018" y="106426"/>
                    <a:pt x="14224" y="115443"/>
                    <a:pt x="12446" y="124587"/>
                  </a:cubicBezTo>
                  <a:lnTo>
                    <a:pt x="7747" y="123698"/>
                  </a:lnTo>
                  <a:lnTo>
                    <a:pt x="12446" y="124587"/>
                  </a:lnTo>
                  <a:cubicBezTo>
                    <a:pt x="10668" y="133731"/>
                    <a:pt x="9652" y="143129"/>
                    <a:pt x="9652" y="152527"/>
                  </a:cubicBezTo>
                  <a:lnTo>
                    <a:pt x="9652" y="1876425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265901" y="5577498"/>
            <a:ext cx="6022099" cy="2849320"/>
            <a:chOff x="0" y="0"/>
            <a:chExt cx="5260975" cy="248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8326" y="68326"/>
              <a:ext cx="5124323" cy="2352548"/>
            </a:xfrm>
            <a:custGeom>
              <a:avLst/>
              <a:gdLst/>
              <a:ahLst/>
              <a:cxnLst/>
              <a:rect r="r" b="b" t="t" l="l"/>
              <a:pathLst>
                <a:path h="2352548" w="5124323">
                  <a:moveTo>
                    <a:pt x="0" y="2204974"/>
                  </a:moveTo>
                  <a:lnTo>
                    <a:pt x="0" y="147574"/>
                  </a:lnTo>
                  <a:cubicBezTo>
                    <a:pt x="0" y="137922"/>
                    <a:pt x="889" y="128270"/>
                    <a:pt x="2794" y="118745"/>
                  </a:cubicBezTo>
                  <a:cubicBezTo>
                    <a:pt x="4699" y="109220"/>
                    <a:pt x="7493" y="99949"/>
                    <a:pt x="11176" y="91059"/>
                  </a:cubicBezTo>
                  <a:cubicBezTo>
                    <a:pt x="14859" y="82169"/>
                    <a:pt x="19431" y="73660"/>
                    <a:pt x="24765" y="65532"/>
                  </a:cubicBezTo>
                  <a:cubicBezTo>
                    <a:pt x="30099" y="57404"/>
                    <a:pt x="36322" y="50038"/>
                    <a:pt x="43180" y="43180"/>
                  </a:cubicBezTo>
                  <a:cubicBezTo>
                    <a:pt x="50038" y="36322"/>
                    <a:pt x="57531" y="30226"/>
                    <a:pt x="65532" y="24765"/>
                  </a:cubicBezTo>
                  <a:cubicBezTo>
                    <a:pt x="73533" y="19304"/>
                    <a:pt x="82042" y="14859"/>
                    <a:pt x="91059" y="11176"/>
                  </a:cubicBezTo>
                  <a:cubicBezTo>
                    <a:pt x="100076" y="7493"/>
                    <a:pt x="109220" y="4699"/>
                    <a:pt x="118745" y="2794"/>
                  </a:cubicBezTo>
                  <a:cubicBezTo>
                    <a:pt x="128270" y="889"/>
                    <a:pt x="137795" y="0"/>
                    <a:pt x="147574" y="0"/>
                  </a:cubicBezTo>
                  <a:lnTo>
                    <a:pt x="4976749" y="0"/>
                  </a:lnTo>
                  <a:cubicBezTo>
                    <a:pt x="4986401" y="0"/>
                    <a:pt x="4996053" y="889"/>
                    <a:pt x="5005578" y="2794"/>
                  </a:cubicBezTo>
                  <a:cubicBezTo>
                    <a:pt x="5015103" y="4699"/>
                    <a:pt x="5024374" y="7493"/>
                    <a:pt x="5033264" y="11176"/>
                  </a:cubicBezTo>
                  <a:cubicBezTo>
                    <a:pt x="5042154" y="14859"/>
                    <a:pt x="5050790" y="19431"/>
                    <a:pt x="5058791" y="24765"/>
                  </a:cubicBezTo>
                  <a:cubicBezTo>
                    <a:pt x="5066792" y="30099"/>
                    <a:pt x="5074285" y="36322"/>
                    <a:pt x="5081143" y="43180"/>
                  </a:cubicBezTo>
                  <a:cubicBezTo>
                    <a:pt x="5088001" y="50038"/>
                    <a:pt x="5094097" y="57531"/>
                    <a:pt x="5099558" y="65532"/>
                  </a:cubicBezTo>
                  <a:cubicBezTo>
                    <a:pt x="5105019" y="73533"/>
                    <a:pt x="5109464" y="82042"/>
                    <a:pt x="5113147" y="91059"/>
                  </a:cubicBezTo>
                  <a:cubicBezTo>
                    <a:pt x="5116830" y="100076"/>
                    <a:pt x="5119624" y="109220"/>
                    <a:pt x="5121529" y="118745"/>
                  </a:cubicBezTo>
                  <a:cubicBezTo>
                    <a:pt x="5123434" y="128270"/>
                    <a:pt x="5124323" y="137795"/>
                    <a:pt x="5124323" y="147574"/>
                  </a:cubicBezTo>
                  <a:lnTo>
                    <a:pt x="5124323" y="2204974"/>
                  </a:lnTo>
                  <a:cubicBezTo>
                    <a:pt x="5124323" y="2214626"/>
                    <a:pt x="5123434" y="2224278"/>
                    <a:pt x="5121529" y="2233803"/>
                  </a:cubicBezTo>
                  <a:cubicBezTo>
                    <a:pt x="5119624" y="2243328"/>
                    <a:pt x="5116830" y="2252599"/>
                    <a:pt x="5113147" y="2261489"/>
                  </a:cubicBezTo>
                  <a:cubicBezTo>
                    <a:pt x="5109464" y="2270379"/>
                    <a:pt x="5104892" y="2279015"/>
                    <a:pt x="5099558" y="2287016"/>
                  </a:cubicBezTo>
                  <a:cubicBezTo>
                    <a:pt x="5094224" y="2295017"/>
                    <a:pt x="5088001" y="2302510"/>
                    <a:pt x="5081143" y="2309368"/>
                  </a:cubicBezTo>
                  <a:cubicBezTo>
                    <a:pt x="5074285" y="2316226"/>
                    <a:pt x="5066792" y="2322322"/>
                    <a:pt x="5058791" y="2327783"/>
                  </a:cubicBezTo>
                  <a:cubicBezTo>
                    <a:pt x="5050790" y="2333244"/>
                    <a:pt x="5042281" y="2337689"/>
                    <a:pt x="5033264" y="2341372"/>
                  </a:cubicBezTo>
                  <a:cubicBezTo>
                    <a:pt x="5024247" y="2345055"/>
                    <a:pt x="5015103" y="2347849"/>
                    <a:pt x="5005578" y="2349754"/>
                  </a:cubicBezTo>
                  <a:cubicBezTo>
                    <a:pt x="4996053" y="2351659"/>
                    <a:pt x="4986528" y="2352548"/>
                    <a:pt x="4976749" y="2352548"/>
                  </a:cubicBezTo>
                  <a:lnTo>
                    <a:pt x="147574" y="2352548"/>
                  </a:lnTo>
                  <a:cubicBezTo>
                    <a:pt x="137922" y="2352548"/>
                    <a:pt x="128270" y="2351659"/>
                    <a:pt x="118745" y="2349754"/>
                  </a:cubicBezTo>
                  <a:cubicBezTo>
                    <a:pt x="109220" y="2347849"/>
                    <a:pt x="99949" y="2345055"/>
                    <a:pt x="91059" y="2341372"/>
                  </a:cubicBezTo>
                  <a:cubicBezTo>
                    <a:pt x="82169" y="2337689"/>
                    <a:pt x="73533" y="2333117"/>
                    <a:pt x="65532" y="2327783"/>
                  </a:cubicBezTo>
                  <a:cubicBezTo>
                    <a:pt x="57531" y="2322449"/>
                    <a:pt x="50038" y="2316226"/>
                    <a:pt x="43180" y="2309368"/>
                  </a:cubicBezTo>
                  <a:cubicBezTo>
                    <a:pt x="36322" y="2302510"/>
                    <a:pt x="30226" y="2295017"/>
                    <a:pt x="24765" y="2287016"/>
                  </a:cubicBezTo>
                  <a:cubicBezTo>
                    <a:pt x="19304" y="2279015"/>
                    <a:pt x="14859" y="2270506"/>
                    <a:pt x="11176" y="2261489"/>
                  </a:cubicBezTo>
                  <a:cubicBezTo>
                    <a:pt x="7493" y="2252472"/>
                    <a:pt x="4699" y="2243328"/>
                    <a:pt x="2794" y="2233803"/>
                  </a:cubicBezTo>
                  <a:cubicBezTo>
                    <a:pt x="889" y="2224278"/>
                    <a:pt x="0" y="2214753"/>
                    <a:pt x="0" y="2204974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5133848" cy="2362073"/>
            </a:xfrm>
            <a:custGeom>
              <a:avLst/>
              <a:gdLst/>
              <a:ahLst/>
              <a:cxnLst/>
              <a:rect r="r" b="b" t="t" l="l"/>
              <a:pathLst>
                <a:path h="2362073" w="5133848">
                  <a:moveTo>
                    <a:pt x="0" y="2209800"/>
                  </a:moveTo>
                  <a:lnTo>
                    <a:pt x="0" y="152400"/>
                  </a:lnTo>
                  <a:lnTo>
                    <a:pt x="4826" y="152400"/>
                  </a:lnTo>
                  <a:lnTo>
                    <a:pt x="0" y="152400"/>
                  </a:lnTo>
                  <a:cubicBezTo>
                    <a:pt x="0" y="142367"/>
                    <a:pt x="1016" y="132461"/>
                    <a:pt x="2921" y="122682"/>
                  </a:cubicBezTo>
                  <a:cubicBezTo>
                    <a:pt x="4826" y="112903"/>
                    <a:pt x="7747" y="103378"/>
                    <a:pt x="11557" y="94107"/>
                  </a:cubicBezTo>
                  <a:lnTo>
                    <a:pt x="16002" y="95885"/>
                  </a:lnTo>
                  <a:lnTo>
                    <a:pt x="11557" y="94107"/>
                  </a:lnTo>
                  <a:cubicBezTo>
                    <a:pt x="15367" y="84836"/>
                    <a:pt x="20066" y="76073"/>
                    <a:pt x="25654" y="67818"/>
                  </a:cubicBezTo>
                  <a:cubicBezTo>
                    <a:pt x="31242" y="59563"/>
                    <a:pt x="37592" y="51816"/>
                    <a:pt x="44577" y="44704"/>
                  </a:cubicBezTo>
                  <a:cubicBezTo>
                    <a:pt x="51689" y="37592"/>
                    <a:pt x="59309" y="31369"/>
                    <a:pt x="67691" y="25781"/>
                  </a:cubicBezTo>
                  <a:cubicBezTo>
                    <a:pt x="76073" y="20193"/>
                    <a:pt x="84836" y="15494"/>
                    <a:pt x="93980" y="11684"/>
                  </a:cubicBezTo>
                  <a:cubicBezTo>
                    <a:pt x="103251" y="7874"/>
                    <a:pt x="112776" y="4953"/>
                    <a:pt x="122555" y="3048"/>
                  </a:cubicBezTo>
                  <a:cubicBezTo>
                    <a:pt x="132461" y="1016"/>
                    <a:pt x="142367" y="0"/>
                    <a:pt x="152400" y="0"/>
                  </a:cubicBezTo>
                  <a:lnTo>
                    <a:pt x="4981575" y="0"/>
                  </a:lnTo>
                  <a:cubicBezTo>
                    <a:pt x="4991608" y="0"/>
                    <a:pt x="5001514" y="1016"/>
                    <a:pt x="5011293" y="2921"/>
                  </a:cubicBezTo>
                  <a:lnTo>
                    <a:pt x="5010404" y="7620"/>
                  </a:lnTo>
                  <a:lnTo>
                    <a:pt x="5011293" y="2921"/>
                  </a:lnTo>
                  <a:cubicBezTo>
                    <a:pt x="5021072" y="4826"/>
                    <a:pt x="5030597" y="7747"/>
                    <a:pt x="5039868" y="11557"/>
                  </a:cubicBezTo>
                  <a:lnTo>
                    <a:pt x="5038090" y="16002"/>
                  </a:lnTo>
                  <a:lnTo>
                    <a:pt x="5039868" y="11557"/>
                  </a:lnTo>
                  <a:cubicBezTo>
                    <a:pt x="5049139" y="15367"/>
                    <a:pt x="5057902" y="20066"/>
                    <a:pt x="5066157" y="25654"/>
                  </a:cubicBezTo>
                  <a:cubicBezTo>
                    <a:pt x="5074539" y="31242"/>
                    <a:pt x="5082159" y="37592"/>
                    <a:pt x="5089271" y="44577"/>
                  </a:cubicBezTo>
                  <a:cubicBezTo>
                    <a:pt x="5096383" y="51689"/>
                    <a:pt x="5102606" y="59309"/>
                    <a:pt x="5108194" y="67691"/>
                  </a:cubicBezTo>
                  <a:cubicBezTo>
                    <a:pt x="5113782" y="76073"/>
                    <a:pt x="5118481" y="84836"/>
                    <a:pt x="5122291" y="93980"/>
                  </a:cubicBezTo>
                  <a:cubicBezTo>
                    <a:pt x="5126101" y="103251"/>
                    <a:pt x="5129022" y="112776"/>
                    <a:pt x="5130927" y="122555"/>
                  </a:cubicBezTo>
                  <a:lnTo>
                    <a:pt x="5126228" y="123444"/>
                  </a:lnTo>
                  <a:lnTo>
                    <a:pt x="5130927" y="122555"/>
                  </a:lnTo>
                  <a:cubicBezTo>
                    <a:pt x="5132832" y="132334"/>
                    <a:pt x="5133848" y="142240"/>
                    <a:pt x="5133848" y="152273"/>
                  </a:cubicBezTo>
                  <a:lnTo>
                    <a:pt x="5133848" y="2209800"/>
                  </a:lnTo>
                  <a:cubicBezTo>
                    <a:pt x="5133848" y="2219833"/>
                    <a:pt x="5132832" y="2229739"/>
                    <a:pt x="5130927" y="2239518"/>
                  </a:cubicBezTo>
                  <a:lnTo>
                    <a:pt x="5126228" y="2238629"/>
                  </a:lnTo>
                  <a:lnTo>
                    <a:pt x="5130927" y="2239518"/>
                  </a:lnTo>
                  <a:cubicBezTo>
                    <a:pt x="5129022" y="2249297"/>
                    <a:pt x="5126101" y="2258822"/>
                    <a:pt x="5122291" y="2268093"/>
                  </a:cubicBezTo>
                  <a:cubicBezTo>
                    <a:pt x="5118481" y="2277364"/>
                    <a:pt x="5113782" y="2286127"/>
                    <a:pt x="5108194" y="2294382"/>
                  </a:cubicBezTo>
                  <a:lnTo>
                    <a:pt x="5104257" y="2291715"/>
                  </a:lnTo>
                  <a:lnTo>
                    <a:pt x="5108194" y="2294382"/>
                  </a:lnTo>
                  <a:cubicBezTo>
                    <a:pt x="5102606" y="2302764"/>
                    <a:pt x="5096256" y="2310384"/>
                    <a:pt x="5089271" y="2317496"/>
                  </a:cubicBezTo>
                  <a:cubicBezTo>
                    <a:pt x="5082159" y="2324608"/>
                    <a:pt x="5074539" y="2330831"/>
                    <a:pt x="5066157" y="2336419"/>
                  </a:cubicBezTo>
                  <a:lnTo>
                    <a:pt x="5063490" y="2332482"/>
                  </a:lnTo>
                  <a:lnTo>
                    <a:pt x="5066157" y="2336419"/>
                  </a:lnTo>
                  <a:cubicBezTo>
                    <a:pt x="5057775" y="2342007"/>
                    <a:pt x="5049012" y="2346706"/>
                    <a:pt x="5039868" y="2350516"/>
                  </a:cubicBezTo>
                  <a:lnTo>
                    <a:pt x="5038090" y="2346071"/>
                  </a:lnTo>
                  <a:lnTo>
                    <a:pt x="5039868" y="2350516"/>
                  </a:lnTo>
                  <a:cubicBezTo>
                    <a:pt x="5030597" y="2354326"/>
                    <a:pt x="5021072" y="2357247"/>
                    <a:pt x="5011293" y="2359152"/>
                  </a:cubicBezTo>
                  <a:cubicBezTo>
                    <a:pt x="5001514" y="2361057"/>
                    <a:pt x="4991608" y="2362073"/>
                    <a:pt x="4981575" y="2362073"/>
                  </a:cubicBezTo>
                  <a:lnTo>
                    <a:pt x="152400" y="2362073"/>
                  </a:lnTo>
                  <a:cubicBezTo>
                    <a:pt x="142367" y="2362073"/>
                    <a:pt x="132461" y="2361057"/>
                    <a:pt x="122682" y="2359152"/>
                  </a:cubicBezTo>
                  <a:cubicBezTo>
                    <a:pt x="112903" y="2357247"/>
                    <a:pt x="103378" y="2354326"/>
                    <a:pt x="94107" y="2350516"/>
                  </a:cubicBezTo>
                  <a:cubicBezTo>
                    <a:pt x="84836" y="2346706"/>
                    <a:pt x="76073" y="2342007"/>
                    <a:pt x="67818" y="2336419"/>
                  </a:cubicBezTo>
                  <a:cubicBezTo>
                    <a:pt x="59436" y="2330831"/>
                    <a:pt x="51816" y="2324481"/>
                    <a:pt x="44704" y="2317496"/>
                  </a:cubicBezTo>
                  <a:cubicBezTo>
                    <a:pt x="37592" y="2310384"/>
                    <a:pt x="31369" y="2302764"/>
                    <a:pt x="25781" y="2294382"/>
                  </a:cubicBezTo>
                  <a:lnTo>
                    <a:pt x="29718" y="2291715"/>
                  </a:lnTo>
                  <a:lnTo>
                    <a:pt x="25781" y="2294382"/>
                  </a:lnTo>
                  <a:cubicBezTo>
                    <a:pt x="20193" y="2286127"/>
                    <a:pt x="15494" y="2277237"/>
                    <a:pt x="11684" y="2268093"/>
                  </a:cubicBezTo>
                  <a:lnTo>
                    <a:pt x="16129" y="2266315"/>
                  </a:lnTo>
                  <a:lnTo>
                    <a:pt x="11684" y="2268093"/>
                  </a:lnTo>
                  <a:cubicBezTo>
                    <a:pt x="7874" y="2258822"/>
                    <a:pt x="4953" y="2249297"/>
                    <a:pt x="3048" y="2239518"/>
                  </a:cubicBezTo>
                  <a:cubicBezTo>
                    <a:pt x="1016" y="2229739"/>
                    <a:pt x="0" y="2219833"/>
                    <a:pt x="0" y="2209800"/>
                  </a:cubicBezTo>
                  <a:lnTo>
                    <a:pt x="4826" y="2209800"/>
                  </a:lnTo>
                  <a:lnTo>
                    <a:pt x="0" y="2209800"/>
                  </a:lnTo>
                  <a:moveTo>
                    <a:pt x="9525" y="2209800"/>
                  </a:moveTo>
                  <a:cubicBezTo>
                    <a:pt x="9525" y="2219198"/>
                    <a:pt x="10414" y="2228469"/>
                    <a:pt x="12319" y="2237613"/>
                  </a:cubicBezTo>
                  <a:lnTo>
                    <a:pt x="7620" y="2238502"/>
                  </a:lnTo>
                  <a:lnTo>
                    <a:pt x="12319" y="2237613"/>
                  </a:lnTo>
                  <a:cubicBezTo>
                    <a:pt x="14097" y="2246757"/>
                    <a:pt x="16891" y="2255774"/>
                    <a:pt x="20447" y="2264410"/>
                  </a:cubicBezTo>
                  <a:cubicBezTo>
                    <a:pt x="24003" y="2273046"/>
                    <a:pt x="28448" y="2281301"/>
                    <a:pt x="33655" y="2289048"/>
                  </a:cubicBezTo>
                  <a:cubicBezTo>
                    <a:pt x="38862" y="2296795"/>
                    <a:pt x="44831" y="2304034"/>
                    <a:pt x="51435" y="2310765"/>
                  </a:cubicBezTo>
                  <a:lnTo>
                    <a:pt x="48006" y="2314194"/>
                  </a:lnTo>
                  <a:lnTo>
                    <a:pt x="51435" y="2310765"/>
                  </a:lnTo>
                  <a:cubicBezTo>
                    <a:pt x="58039" y="2317369"/>
                    <a:pt x="65278" y="2323338"/>
                    <a:pt x="73025" y="2328545"/>
                  </a:cubicBezTo>
                  <a:lnTo>
                    <a:pt x="70358" y="2332482"/>
                  </a:lnTo>
                  <a:lnTo>
                    <a:pt x="73025" y="2328545"/>
                  </a:lnTo>
                  <a:cubicBezTo>
                    <a:pt x="80772" y="2333752"/>
                    <a:pt x="89027" y="2338197"/>
                    <a:pt x="97663" y="2341753"/>
                  </a:cubicBezTo>
                  <a:lnTo>
                    <a:pt x="95885" y="2346198"/>
                  </a:lnTo>
                  <a:lnTo>
                    <a:pt x="97663" y="2341753"/>
                  </a:lnTo>
                  <a:cubicBezTo>
                    <a:pt x="106299" y="2345309"/>
                    <a:pt x="115316" y="2348103"/>
                    <a:pt x="124460" y="2349881"/>
                  </a:cubicBezTo>
                  <a:lnTo>
                    <a:pt x="123571" y="2354580"/>
                  </a:lnTo>
                  <a:lnTo>
                    <a:pt x="124460" y="2349881"/>
                  </a:lnTo>
                  <a:cubicBezTo>
                    <a:pt x="133604" y="2351659"/>
                    <a:pt x="143002" y="2352675"/>
                    <a:pt x="152400" y="2352675"/>
                  </a:cubicBezTo>
                  <a:lnTo>
                    <a:pt x="152400" y="2357374"/>
                  </a:lnTo>
                  <a:lnTo>
                    <a:pt x="152400" y="2352548"/>
                  </a:lnTo>
                  <a:lnTo>
                    <a:pt x="4981575" y="2352548"/>
                  </a:lnTo>
                  <a:lnTo>
                    <a:pt x="4981575" y="2357374"/>
                  </a:lnTo>
                  <a:lnTo>
                    <a:pt x="4981575" y="2352675"/>
                  </a:lnTo>
                  <a:cubicBezTo>
                    <a:pt x="4990973" y="2352675"/>
                    <a:pt x="5000244" y="2351786"/>
                    <a:pt x="5009388" y="2349881"/>
                  </a:cubicBezTo>
                  <a:lnTo>
                    <a:pt x="5010277" y="2354580"/>
                  </a:lnTo>
                  <a:lnTo>
                    <a:pt x="5009388" y="2349881"/>
                  </a:lnTo>
                  <a:cubicBezTo>
                    <a:pt x="5018532" y="2348103"/>
                    <a:pt x="5027549" y="2345309"/>
                    <a:pt x="5036185" y="2341753"/>
                  </a:cubicBezTo>
                  <a:cubicBezTo>
                    <a:pt x="5044821" y="2338197"/>
                    <a:pt x="5053076" y="2333752"/>
                    <a:pt x="5060950" y="2328545"/>
                  </a:cubicBezTo>
                  <a:cubicBezTo>
                    <a:pt x="5068824" y="2323338"/>
                    <a:pt x="5075936" y="2317369"/>
                    <a:pt x="5082540" y="2310765"/>
                  </a:cubicBezTo>
                  <a:lnTo>
                    <a:pt x="5085969" y="2314194"/>
                  </a:lnTo>
                  <a:lnTo>
                    <a:pt x="5082540" y="2310765"/>
                  </a:lnTo>
                  <a:cubicBezTo>
                    <a:pt x="5089144" y="2304161"/>
                    <a:pt x="5095113" y="2296922"/>
                    <a:pt x="5100320" y="2289175"/>
                  </a:cubicBezTo>
                  <a:cubicBezTo>
                    <a:pt x="5105527" y="2281428"/>
                    <a:pt x="5109972" y="2273173"/>
                    <a:pt x="5113528" y="2264537"/>
                  </a:cubicBezTo>
                  <a:lnTo>
                    <a:pt x="5117973" y="2266315"/>
                  </a:lnTo>
                  <a:lnTo>
                    <a:pt x="5113528" y="2264537"/>
                  </a:lnTo>
                  <a:cubicBezTo>
                    <a:pt x="5117084" y="2255901"/>
                    <a:pt x="5119878" y="2246884"/>
                    <a:pt x="5121656" y="2237740"/>
                  </a:cubicBezTo>
                  <a:cubicBezTo>
                    <a:pt x="5123434" y="2228596"/>
                    <a:pt x="5124450" y="2219198"/>
                    <a:pt x="5124450" y="2209927"/>
                  </a:cubicBezTo>
                  <a:lnTo>
                    <a:pt x="5129149" y="2209927"/>
                  </a:lnTo>
                  <a:lnTo>
                    <a:pt x="5124323" y="2209927"/>
                  </a:lnTo>
                  <a:lnTo>
                    <a:pt x="5124323" y="152400"/>
                  </a:lnTo>
                  <a:lnTo>
                    <a:pt x="5129149" y="152400"/>
                  </a:lnTo>
                  <a:lnTo>
                    <a:pt x="5124450" y="152400"/>
                  </a:lnTo>
                  <a:cubicBezTo>
                    <a:pt x="5124450" y="143002"/>
                    <a:pt x="5123561" y="133731"/>
                    <a:pt x="5121656" y="124587"/>
                  </a:cubicBezTo>
                  <a:cubicBezTo>
                    <a:pt x="5119878" y="115443"/>
                    <a:pt x="5117084" y="106426"/>
                    <a:pt x="5113528" y="97790"/>
                  </a:cubicBezTo>
                  <a:lnTo>
                    <a:pt x="5117973" y="96012"/>
                  </a:lnTo>
                  <a:lnTo>
                    <a:pt x="5113528" y="97790"/>
                  </a:lnTo>
                  <a:cubicBezTo>
                    <a:pt x="5109972" y="89154"/>
                    <a:pt x="5105527" y="80899"/>
                    <a:pt x="5100320" y="73025"/>
                  </a:cubicBezTo>
                  <a:lnTo>
                    <a:pt x="5104257" y="70358"/>
                  </a:lnTo>
                  <a:lnTo>
                    <a:pt x="5100320" y="73025"/>
                  </a:lnTo>
                  <a:cubicBezTo>
                    <a:pt x="5095113" y="65278"/>
                    <a:pt x="5089144" y="58039"/>
                    <a:pt x="5082540" y="51435"/>
                  </a:cubicBezTo>
                  <a:lnTo>
                    <a:pt x="5085969" y="48006"/>
                  </a:lnTo>
                  <a:lnTo>
                    <a:pt x="5082540" y="51435"/>
                  </a:lnTo>
                  <a:cubicBezTo>
                    <a:pt x="5075936" y="44831"/>
                    <a:pt x="5068697" y="38862"/>
                    <a:pt x="5060950" y="33655"/>
                  </a:cubicBezTo>
                  <a:lnTo>
                    <a:pt x="5063617" y="29718"/>
                  </a:lnTo>
                  <a:lnTo>
                    <a:pt x="5060950" y="33655"/>
                  </a:lnTo>
                  <a:cubicBezTo>
                    <a:pt x="5053203" y="28448"/>
                    <a:pt x="5044948" y="24003"/>
                    <a:pt x="5036185" y="20447"/>
                  </a:cubicBezTo>
                  <a:cubicBezTo>
                    <a:pt x="5027549" y="16891"/>
                    <a:pt x="5018532" y="14097"/>
                    <a:pt x="5009388" y="12319"/>
                  </a:cubicBezTo>
                  <a:cubicBezTo>
                    <a:pt x="5000244" y="10541"/>
                    <a:pt x="4990846" y="9525"/>
                    <a:pt x="4981575" y="9525"/>
                  </a:cubicBezTo>
                  <a:lnTo>
                    <a:pt x="4981575" y="4826"/>
                  </a:lnTo>
                  <a:lnTo>
                    <a:pt x="4981575" y="9652"/>
                  </a:lnTo>
                  <a:lnTo>
                    <a:pt x="152400" y="9652"/>
                  </a:lnTo>
                  <a:lnTo>
                    <a:pt x="152400" y="4826"/>
                  </a:lnTo>
                  <a:lnTo>
                    <a:pt x="152400" y="9525"/>
                  </a:lnTo>
                  <a:cubicBezTo>
                    <a:pt x="143002" y="9525"/>
                    <a:pt x="133731" y="10414"/>
                    <a:pt x="124460" y="12319"/>
                  </a:cubicBezTo>
                  <a:lnTo>
                    <a:pt x="123571" y="7620"/>
                  </a:lnTo>
                  <a:lnTo>
                    <a:pt x="124460" y="12319"/>
                  </a:lnTo>
                  <a:cubicBezTo>
                    <a:pt x="115316" y="14097"/>
                    <a:pt x="106299" y="16891"/>
                    <a:pt x="97663" y="20447"/>
                  </a:cubicBezTo>
                  <a:lnTo>
                    <a:pt x="95885" y="16002"/>
                  </a:lnTo>
                  <a:lnTo>
                    <a:pt x="97663" y="20447"/>
                  </a:lnTo>
                  <a:cubicBezTo>
                    <a:pt x="89027" y="24003"/>
                    <a:pt x="80772" y="28448"/>
                    <a:pt x="73025" y="33655"/>
                  </a:cubicBezTo>
                  <a:lnTo>
                    <a:pt x="70358" y="29718"/>
                  </a:lnTo>
                  <a:lnTo>
                    <a:pt x="73025" y="33655"/>
                  </a:lnTo>
                  <a:cubicBezTo>
                    <a:pt x="65278" y="38862"/>
                    <a:pt x="58039" y="44831"/>
                    <a:pt x="51435" y="51435"/>
                  </a:cubicBezTo>
                  <a:lnTo>
                    <a:pt x="48006" y="48006"/>
                  </a:lnTo>
                  <a:lnTo>
                    <a:pt x="51435" y="51435"/>
                  </a:lnTo>
                  <a:cubicBezTo>
                    <a:pt x="44831" y="58039"/>
                    <a:pt x="38862" y="65278"/>
                    <a:pt x="33655" y="73025"/>
                  </a:cubicBezTo>
                  <a:lnTo>
                    <a:pt x="29718" y="70358"/>
                  </a:lnTo>
                  <a:lnTo>
                    <a:pt x="33655" y="73025"/>
                  </a:lnTo>
                  <a:cubicBezTo>
                    <a:pt x="28448" y="80772"/>
                    <a:pt x="24003" y="89027"/>
                    <a:pt x="20447" y="97663"/>
                  </a:cubicBezTo>
                  <a:cubicBezTo>
                    <a:pt x="16891" y="106299"/>
                    <a:pt x="14097" y="115316"/>
                    <a:pt x="12319" y="124460"/>
                  </a:cubicBezTo>
                  <a:lnTo>
                    <a:pt x="7620" y="123571"/>
                  </a:lnTo>
                  <a:lnTo>
                    <a:pt x="12319" y="124460"/>
                  </a:lnTo>
                  <a:cubicBezTo>
                    <a:pt x="10541" y="133604"/>
                    <a:pt x="9525" y="143002"/>
                    <a:pt x="9525" y="152273"/>
                  </a:cubicBezTo>
                  <a:lnTo>
                    <a:pt x="9525" y="2209800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432490" y="3684585"/>
            <a:ext cx="4495925" cy="129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7"/>
              </a:lnSpc>
            </a:pPr>
            <a:r>
              <a:rPr lang="en-US" b="true" sz="2334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팀장 · 총괄</a:t>
            </a:r>
          </a:p>
          <a:p>
            <a:pPr algn="l">
              <a:lnSpc>
                <a:spcPts val="1030"/>
              </a:lnSpc>
            </a:pPr>
          </a:p>
          <a:p>
            <a:pPr algn="l">
              <a:lnSpc>
                <a:spcPts val="1030"/>
              </a:lnSpc>
            </a:pPr>
          </a:p>
          <a:p>
            <a:pPr algn="l">
              <a:lnSpc>
                <a:spcPts val="2122"/>
              </a:lnSpc>
            </a:pPr>
            <a:r>
              <a:rPr lang="en-US" b="true" sz="4244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위상경</a:t>
            </a:r>
          </a:p>
          <a:p>
            <a:pPr algn="l">
              <a:lnSpc>
                <a:spcPts val="1030"/>
              </a:lnSpc>
            </a:pPr>
          </a:p>
          <a:p>
            <a:pPr algn="l">
              <a:lnSpc>
                <a:spcPts val="1030"/>
              </a:lnSpc>
            </a:pPr>
          </a:p>
          <a:p>
            <a:pPr algn="l">
              <a:lnSpc>
                <a:spcPts val="1030"/>
              </a:lnSpc>
            </a:pPr>
          </a:p>
          <a:p>
            <a:pPr algn="l">
              <a:lnSpc>
                <a:spcPts val="1030"/>
              </a:lnSpc>
            </a:pPr>
          </a:p>
          <a:p>
            <a:pPr algn="l">
              <a:lnSpc>
                <a:spcPts val="1061"/>
              </a:lnSpc>
            </a:pPr>
            <a:r>
              <a:rPr lang="en-US" sz="2122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일정·방향 총괄, 볼트 체결 해석 시나리오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67141" y="6268601"/>
            <a:ext cx="3122137" cy="1279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7"/>
              </a:lnSpc>
            </a:pPr>
            <a:r>
              <a:rPr lang="en-US" b="true" sz="2334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문서</a:t>
            </a:r>
          </a:p>
          <a:p>
            <a:pPr algn="l">
              <a:lnSpc>
                <a:spcPts val="1888"/>
              </a:lnSpc>
            </a:pPr>
          </a:p>
          <a:p>
            <a:pPr algn="l">
              <a:lnSpc>
                <a:spcPts val="2122"/>
              </a:lnSpc>
            </a:pPr>
            <a:r>
              <a:rPr lang="en-US" b="true" sz="4244">
                <a:solidFill>
                  <a:srgbClr val="10233D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김석현</a:t>
            </a:r>
          </a:p>
          <a:p>
            <a:pPr algn="l">
              <a:lnSpc>
                <a:spcPts val="1888"/>
              </a:lnSpc>
            </a:pPr>
          </a:p>
          <a:p>
            <a:pPr algn="l">
              <a:lnSpc>
                <a:spcPts val="1030"/>
              </a:lnSpc>
            </a:pPr>
          </a:p>
          <a:p>
            <a:pPr algn="l">
              <a:lnSpc>
                <a:spcPts val="1030"/>
              </a:lnSpc>
            </a:pPr>
          </a:p>
          <a:p>
            <a:pPr algn="l">
              <a:lnSpc>
                <a:spcPts val="1061"/>
              </a:lnSpc>
            </a:pPr>
            <a:r>
              <a:rPr lang="en-US" sz="2122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회의록, 발표 자료 통합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67141" y="3684585"/>
            <a:ext cx="3861525" cy="128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7"/>
              </a:lnSpc>
            </a:pPr>
            <a:r>
              <a:rPr lang="en-US" b="true" sz="2334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모델링</a:t>
            </a:r>
          </a:p>
          <a:p>
            <a:pPr algn="l">
              <a:lnSpc>
                <a:spcPts val="1888"/>
              </a:lnSpc>
            </a:pPr>
          </a:p>
          <a:p>
            <a:pPr algn="l">
              <a:lnSpc>
                <a:spcPts val="2122"/>
              </a:lnSpc>
            </a:pPr>
            <a:r>
              <a:rPr lang="en-US" b="true" sz="4244">
                <a:solidFill>
                  <a:srgbClr val="10233D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이경준</a:t>
            </a:r>
          </a:p>
          <a:p>
            <a:pPr algn="l">
              <a:lnSpc>
                <a:spcPts val="1030"/>
              </a:lnSpc>
            </a:pPr>
          </a:p>
          <a:p>
            <a:pPr algn="l">
              <a:lnSpc>
                <a:spcPts val="1030"/>
              </a:lnSpc>
            </a:pPr>
          </a:p>
          <a:p>
            <a:pPr algn="l">
              <a:lnSpc>
                <a:spcPts val="1030"/>
              </a:lnSpc>
            </a:pPr>
          </a:p>
          <a:p>
            <a:pPr algn="l">
              <a:lnSpc>
                <a:spcPts val="1030"/>
              </a:lnSpc>
            </a:pPr>
          </a:p>
          <a:p>
            <a:pPr algn="l">
              <a:lnSpc>
                <a:spcPts val="1061"/>
              </a:lnSpc>
            </a:pPr>
            <a:r>
              <a:rPr lang="en-US" sz="2122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하우징·감속기·케이스 부품 모델링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01967" y="6268601"/>
            <a:ext cx="3585014" cy="1430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7"/>
              </a:lnSpc>
            </a:pPr>
            <a:r>
              <a:rPr lang="en-US" b="true" sz="2334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DATA</a:t>
            </a:r>
          </a:p>
          <a:p>
            <a:pPr algn="l">
              <a:lnSpc>
                <a:spcPts val="1888"/>
              </a:lnSpc>
            </a:pPr>
          </a:p>
          <a:p>
            <a:pPr algn="l">
              <a:lnSpc>
                <a:spcPts val="2122"/>
              </a:lnSpc>
            </a:pPr>
            <a:r>
              <a:rPr lang="en-US" b="true" sz="4244">
                <a:solidFill>
                  <a:srgbClr val="10233D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원정빈</a:t>
            </a:r>
          </a:p>
          <a:p>
            <a:pPr algn="l">
              <a:lnSpc>
                <a:spcPts val="2122"/>
              </a:lnSpc>
            </a:pPr>
          </a:p>
          <a:p>
            <a:pPr algn="l">
              <a:lnSpc>
                <a:spcPts val="1030"/>
              </a:lnSpc>
            </a:pPr>
          </a:p>
          <a:p>
            <a:pPr algn="l">
              <a:lnSpc>
                <a:spcPts val="1030"/>
              </a:lnSpc>
            </a:pPr>
          </a:p>
          <a:p>
            <a:pPr algn="l">
              <a:lnSpc>
                <a:spcPts val="1030"/>
              </a:lnSpc>
            </a:pPr>
          </a:p>
          <a:p>
            <a:pPr algn="l">
              <a:lnSpc>
                <a:spcPts val="1061"/>
              </a:lnSpc>
            </a:pPr>
            <a:r>
              <a:rPr lang="en-US" sz="2122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자료조사, 클라우드 데이터 관리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01967" y="3684585"/>
            <a:ext cx="4383993" cy="128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7"/>
              </a:lnSpc>
            </a:pPr>
            <a:r>
              <a:rPr lang="en-US" b="true" sz="2334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레이아웃</a:t>
            </a:r>
          </a:p>
          <a:p>
            <a:pPr algn="l">
              <a:lnSpc>
                <a:spcPts val="1888"/>
              </a:lnSpc>
            </a:pPr>
          </a:p>
          <a:p>
            <a:pPr algn="l">
              <a:lnSpc>
                <a:spcPts val="2122"/>
              </a:lnSpc>
            </a:pPr>
            <a:r>
              <a:rPr lang="en-US" b="true" sz="4244">
                <a:solidFill>
                  <a:srgbClr val="10233D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박정호</a:t>
            </a:r>
          </a:p>
          <a:p>
            <a:pPr algn="l">
              <a:lnSpc>
                <a:spcPts val="1030"/>
              </a:lnSpc>
            </a:pPr>
          </a:p>
          <a:p>
            <a:pPr algn="l">
              <a:lnSpc>
                <a:spcPts val="1030"/>
              </a:lnSpc>
            </a:pPr>
          </a:p>
          <a:p>
            <a:pPr algn="l">
              <a:lnSpc>
                <a:spcPts val="1030"/>
              </a:lnSpc>
            </a:pPr>
          </a:p>
          <a:p>
            <a:pPr algn="l">
              <a:lnSpc>
                <a:spcPts val="1030"/>
              </a:lnSpc>
            </a:pPr>
          </a:p>
          <a:p>
            <a:pPr algn="l">
              <a:lnSpc>
                <a:spcPts val="1061"/>
              </a:lnSpc>
            </a:pPr>
            <a:r>
              <a:rPr lang="en-US" sz="2122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컨베이어 라인 배치, 공정·설비 레이아웃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163800" y="9380868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2490" y="6268601"/>
            <a:ext cx="4365405" cy="170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7"/>
              </a:lnSpc>
            </a:pPr>
            <a:r>
              <a:rPr lang="en-US" b="true" sz="2334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시뮬레이션</a:t>
            </a:r>
          </a:p>
          <a:p>
            <a:pPr algn="l">
              <a:lnSpc>
                <a:spcPts val="1888"/>
              </a:lnSpc>
            </a:pPr>
          </a:p>
          <a:p>
            <a:pPr algn="l">
              <a:lnSpc>
                <a:spcPts val="2122"/>
              </a:lnSpc>
            </a:pPr>
            <a:r>
              <a:rPr lang="en-US" b="true" sz="4244">
                <a:solidFill>
                  <a:srgbClr val="10233D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김민서</a:t>
            </a:r>
          </a:p>
          <a:p>
            <a:pPr algn="l">
              <a:lnSpc>
                <a:spcPts val="2122"/>
              </a:lnSpc>
            </a:pPr>
          </a:p>
          <a:p>
            <a:pPr algn="l">
              <a:lnSpc>
                <a:spcPts val="1030"/>
              </a:lnSpc>
            </a:pPr>
          </a:p>
          <a:p>
            <a:pPr algn="l">
              <a:lnSpc>
                <a:spcPts val="1030"/>
              </a:lnSpc>
            </a:pPr>
          </a:p>
          <a:p>
            <a:pPr algn="l">
              <a:lnSpc>
                <a:spcPts val="1061"/>
              </a:lnSpc>
            </a:pPr>
            <a:r>
              <a:rPr lang="en-US" sz="2122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해석기획 (SIMULIA), 공정 시뮬레이션</a:t>
            </a:r>
          </a:p>
          <a:p>
            <a:pPr algn="l">
              <a:lnSpc>
                <a:spcPts val="1061"/>
              </a:lnSpc>
            </a:pPr>
          </a:p>
          <a:p>
            <a:pPr algn="l">
              <a:lnSpc>
                <a:spcPts val="1061"/>
              </a:lnSpc>
            </a:pPr>
          </a:p>
          <a:p>
            <a:pPr algn="l">
              <a:lnSpc>
                <a:spcPts val="1061"/>
              </a:lnSpc>
            </a:pPr>
            <a:r>
              <a:rPr lang="en-US" sz="2122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(DELMIA)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69048" y="1200150"/>
            <a:ext cx="5147805" cy="61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b="true" sz="2499" spc="207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01 · 팀 소개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754380" y="1478277"/>
            <a:ext cx="7749249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팀</a:t>
            </a:r>
            <a:r>
              <a:rPr lang="en-US" b="true" sz="6999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구성과 담당역할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0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8F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49469" y="4057650"/>
            <a:ext cx="13106400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00"/>
              </a:lnSpc>
              <a:spcBef>
                <a:spcPct val="0"/>
              </a:spcBef>
            </a:pPr>
            <a:r>
              <a:rPr lang="en-US" sz="15000" strike="noStrike" u="none">
                <a:solidFill>
                  <a:srgbClr val="10233D"/>
                </a:solidFill>
                <a:latin typeface="TDTD와이드"/>
                <a:ea typeface="TDTD와이드"/>
                <a:cs typeface="TDTD와이드"/>
                <a:sym typeface="TDTD와이드"/>
              </a:rPr>
              <a:t>주제 선정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32131" y="3476988"/>
            <a:ext cx="3333024" cy="3333024"/>
            <a:chOff x="0" y="0"/>
            <a:chExt cx="3048000" cy="304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1524000"/>
                  </a:moveTo>
                  <a:cubicBezTo>
                    <a:pt x="0" y="2365682"/>
                    <a:pt x="682318" y="3048000"/>
                    <a:pt x="1524000" y="3048000"/>
                  </a:cubicBezTo>
                  <a:cubicBezTo>
                    <a:pt x="2365682" y="3048000"/>
                    <a:pt x="3048000" y="2365682"/>
                    <a:pt x="3048000" y="1524000"/>
                  </a:cubicBezTo>
                  <a:cubicBezTo>
                    <a:pt x="3048000" y="682318"/>
                    <a:pt x="2365682" y="0"/>
                    <a:pt x="1524000" y="0"/>
                  </a:cubicBezTo>
                  <a:cubicBezTo>
                    <a:pt x="682318" y="0"/>
                    <a:pt x="0" y="682318"/>
                    <a:pt x="0" y="1524000"/>
                  </a:cubicBez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48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426455" y="6211667"/>
            <a:ext cx="13106400" cy="28575"/>
            <a:chOff x="0" y="0"/>
            <a:chExt cx="174752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475200" cy="38100"/>
            </a:xfrm>
            <a:custGeom>
              <a:avLst/>
              <a:gdLst/>
              <a:ahLst/>
              <a:cxnLst/>
              <a:rect r="r" b="b" t="t" l="l"/>
              <a:pathLst>
                <a:path h="38100" w="17475200">
                  <a:moveTo>
                    <a:pt x="0" y="0"/>
                  </a:moveTo>
                  <a:lnTo>
                    <a:pt x="17475200" y="0"/>
                  </a:lnTo>
                  <a:lnTo>
                    <a:pt x="17475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4752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55643" y="4210050"/>
            <a:ext cx="228600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00"/>
              </a:lnSpc>
              <a:spcBef>
                <a:spcPct val="0"/>
              </a:spcBef>
            </a:pPr>
            <a:r>
              <a:rPr lang="en-US" sz="12000" strike="noStrike" u="none">
                <a:solidFill>
                  <a:srgbClr val="FFFFFF"/>
                </a:solidFill>
                <a:latin typeface="TDTD와이드"/>
                <a:ea typeface="TDTD와이드"/>
                <a:cs typeface="TDTD와이드"/>
                <a:sym typeface="TDTD와이드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0042"/>
            <a:ext cx="18207244" cy="10226958"/>
            <a:chOff x="0" y="0"/>
            <a:chExt cx="23766255" cy="13349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66242" cy="13349503"/>
            </a:xfrm>
            <a:custGeom>
              <a:avLst/>
              <a:gdLst/>
              <a:ahLst/>
              <a:cxnLst/>
              <a:rect r="r" b="b" t="t" l="l"/>
              <a:pathLst>
                <a:path h="13349503" w="23766242">
                  <a:moveTo>
                    <a:pt x="0" y="0"/>
                  </a:moveTo>
                  <a:lnTo>
                    <a:pt x="23766242" y="0"/>
                  </a:lnTo>
                  <a:lnTo>
                    <a:pt x="23766242" y="13349503"/>
                  </a:lnTo>
                  <a:lnTo>
                    <a:pt x="0" y="13349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8" r="0" b="-97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468600" y="9512856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07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71382" y="5696148"/>
            <a:ext cx="5882312" cy="2160923"/>
            <a:chOff x="0" y="0"/>
            <a:chExt cx="6123054" cy="22493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0395" y="46589"/>
              <a:ext cx="5962263" cy="2156184"/>
            </a:xfrm>
            <a:custGeom>
              <a:avLst/>
              <a:gdLst/>
              <a:ahLst/>
              <a:cxnLst/>
              <a:rect r="r" b="b" t="t" l="l"/>
              <a:pathLst>
                <a:path h="2156184" w="5962263">
                  <a:moveTo>
                    <a:pt x="0" y="2055559"/>
                  </a:moveTo>
                  <a:lnTo>
                    <a:pt x="0" y="100626"/>
                  </a:lnTo>
                  <a:cubicBezTo>
                    <a:pt x="0" y="94045"/>
                    <a:pt x="1046" y="87464"/>
                    <a:pt x="3288" y="80969"/>
                  </a:cubicBezTo>
                  <a:cubicBezTo>
                    <a:pt x="5529" y="74474"/>
                    <a:pt x="8817" y="68152"/>
                    <a:pt x="13151" y="62091"/>
                  </a:cubicBezTo>
                  <a:cubicBezTo>
                    <a:pt x="17484" y="56029"/>
                    <a:pt x="22864" y="50140"/>
                    <a:pt x="29140" y="44684"/>
                  </a:cubicBezTo>
                  <a:cubicBezTo>
                    <a:pt x="35416" y="39229"/>
                    <a:pt x="42739" y="34120"/>
                    <a:pt x="50808" y="29443"/>
                  </a:cubicBezTo>
                  <a:cubicBezTo>
                    <a:pt x="58877" y="24767"/>
                    <a:pt x="67694" y="20610"/>
                    <a:pt x="77108" y="16887"/>
                  </a:cubicBezTo>
                  <a:cubicBezTo>
                    <a:pt x="86523" y="13163"/>
                    <a:pt x="96535" y="10132"/>
                    <a:pt x="107145" y="7621"/>
                  </a:cubicBezTo>
                  <a:cubicBezTo>
                    <a:pt x="117754" y="5110"/>
                    <a:pt x="128514" y="3204"/>
                    <a:pt x="139721" y="1905"/>
                  </a:cubicBezTo>
                  <a:cubicBezTo>
                    <a:pt x="150929" y="606"/>
                    <a:pt x="162136" y="0"/>
                    <a:pt x="173643" y="0"/>
                  </a:cubicBezTo>
                  <a:lnTo>
                    <a:pt x="5788622" y="0"/>
                  </a:lnTo>
                  <a:cubicBezTo>
                    <a:pt x="5799979" y="0"/>
                    <a:pt x="5811335" y="606"/>
                    <a:pt x="5822543" y="1905"/>
                  </a:cubicBezTo>
                  <a:cubicBezTo>
                    <a:pt x="5833750" y="3204"/>
                    <a:pt x="5844659" y="5110"/>
                    <a:pt x="5855120" y="7621"/>
                  </a:cubicBezTo>
                  <a:cubicBezTo>
                    <a:pt x="5865580" y="10132"/>
                    <a:pt x="5875741" y="13250"/>
                    <a:pt x="5885156" y="16887"/>
                  </a:cubicBezTo>
                  <a:cubicBezTo>
                    <a:pt x="5894570" y="20524"/>
                    <a:pt x="5903387" y="24767"/>
                    <a:pt x="5911456" y="29443"/>
                  </a:cubicBezTo>
                  <a:cubicBezTo>
                    <a:pt x="5919526" y="34120"/>
                    <a:pt x="5926698" y="39229"/>
                    <a:pt x="5933124" y="44684"/>
                  </a:cubicBezTo>
                  <a:cubicBezTo>
                    <a:pt x="5939550" y="50140"/>
                    <a:pt x="5944780" y="55942"/>
                    <a:pt x="5949113" y="62091"/>
                  </a:cubicBezTo>
                  <a:cubicBezTo>
                    <a:pt x="5953447" y="68239"/>
                    <a:pt x="5956735" y="74474"/>
                    <a:pt x="5958976" y="80969"/>
                  </a:cubicBezTo>
                  <a:cubicBezTo>
                    <a:pt x="5961218" y="87464"/>
                    <a:pt x="5962264" y="93958"/>
                    <a:pt x="5962264" y="100626"/>
                  </a:cubicBezTo>
                  <a:lnTo>
                    <a:pt x="5962264" y="2055559"/>
                  </a:lnTo>
                  <a:cubicBezTo>
                    <a:pt x="5962264" y="2062140"/>
                    <a:pt x="5961218" y="2068722"/>
                    <a:pt x="5958976" y="2075216"/>
                  </a:cubicBezTo>
                  <a:cubicBezTo>
                    <a:pt x="5956735" y="2081711"/>
                    <a:pt x="5953447" y="2088033"/>
                    <a:pt x="5949113" y="2094094"/>
                  </a:cubicBezTo>
                  <a:cubicBezTo>
                    <a:pt x="5944780" y="2100156"/>
                    <a:pt x="5939400" y="2106045"/>
                    <a:pt x="5933124" y="2111501"/>
                  </a:cubicBezTo>
                  <a:cubicBezTo>
                    <a:pt x="5926848" y="2116956"/>
                    <a:pt x="5919526" y="2122066"/>
                    <a:pt x="5911456" y="2126742"/>
                  </a:cubicBezTo>
                  <a:cubicBezTo>
                    <a:pt x="5903387" y="2131418"/>
                    <a:pt x="5894570" y="2135575"/>
                    <a:pt x="5885156" y="2139298"/>
                  </a:cubicBezTo>
                  <a:cubicBezTo>
                    <a:pt x="5875741" y="2143022"/>
                    <a:pt x="5865729" y="2146053"/>
                    <a:pt x="5855120" y="2148564"/>
                  </a:cubicBezTo>
                  <a:cubicBezTo>
                    <a:pt x="5844510" y="2151076"/>
                    <a:pt x="5833750" y="2152981"/>
                    <a:pt x="5822543" y="2154280"/>
                  </a:cubicBezTo>
                  <a:cubicBezTo>
                    <a:pt x="5811335" y="2155579"/>
                    <a:pt x="5800128" y="2156185"/>
                    <a:pt x="5788622" y="2156185"/>
                  </a:cubicBezTo>
                  <a:lnTo>
                    <a:pt x="173643" y="2156185"/>
                  </a:lnTo>
                  <a:cubicBezTo>
                    <a:pt x="162286" y="2156185"/>
                    <a:pt x="150929" y="2155579"/>
                    <a:pt x="139721" y="2154280"/>
                  </a:cubicBezTo>
                  <a:cubicBezTo>
                    <a:pt x="128514" y="2152981"/>
                    <a:pt x="117605" y="2151076"/>
                    <a:pt x="107145" y="2148564"/>
                  </a:cubicBezTo>
                  <a:cubicBezTo>
                    <a:pt x="96684" y="2146053"/>
                    <a:pt x="86523" y="2142935"/>
                    <a:pt x="77108" y="2139298"/>
                  </a:cubicBezTo>
                  <a:cubicBezTo>
                    <a:pt x="67694" y="2135661"/>
                    <a:pt x="58877" y="2131418"/>
                    <a:pt x="50808" y="2126742"/>
                  </a:cubicBezTo>
                  <a:cubicBezTo>
                    <a:pt x="42739" y="2122066"/>
                    <a:pt x="35566" y="2116956"/>
                    <a:pt x="29140" y="2111501"/>
                  </a:cubicBezTo>
                  <a:cubicBezTo>
                    <a:pt x="22714" y="2106045"/>
                    <a:pt x="17484" y="2100243"/>
                    <a:pt x="13151" y="2094094"/>
                  </a:cubicBezTo>
                  <a:cubicBezTo>
                    <a:pt x="8817" y="2087946"/>
                    <a:pt x="5529" y="2081711"/>
                    <a:pt x="3288" y="2075216"/>
                  </a:cubicBezTo>
                  <a:cubicBezTo>
                    <a:pt x="1046" y="2068722"/>
                    <a:pt x="0" y="2062227"/>
                    <a:pt x="0" y="2055559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4717" y="43299"/>
              <a:ext cx="5973470" cy="2162679"/>
            </a:xfrm>
            <a:custGeom>
              <a:avLst/>
              <a:gdLst/>
              <a:ahLst/>
              <a:cxnLst/>
              <a:rect r="r" b="b" t="t" l="l"/>
              <a:pathLst>
                <a:path h="2162679" w="5973470">
                  <a:moveTo>
                    <a:pt x="0" y="2058849"/>
                  </a:moveTo>
                  <a:lnTo>
                    <a:pt x="0" y="103916"/>
                  </a:lnTo>
                  <a:lnTo>
                    <a:pt x="5678" y="103916"/>
                  </a:lnTo>
                  <a:lnTo>
                    <a:pt x="0" y="103916"/>
                  </a:lnTo>
                  <a:cubicBezTo>
                    <a:pt x="0" y="97075"/>
                    <a:pt x="1195" y="90321"/>
                    <a:pt x="3437" y="83653"/>
                  </a:cubicBezTo>
                  <a:lnTo>
                    <a:pt x="8966" y="84259"/>
                  </a:lnTo>
                  <a:lnTo>
                    <a:pt x="3437" y="83653"/>
                  </a:lnTo>
                  <a:cubicBezTo>
                    <a:pt x="5678" y="76985"/>
                    <a:pt x="9115" y="70490"/>
                    <a:pt x="13598" y="64168"/>
                  </a:cubicBezTo>
                  <a:cubicBezTo>
                    <a:pt x="18081" y="57847"/>
                    <a:pt x="23611" y="51871"/>
                    <a:pt x="30186" y="46243"/>
                  </a:cubicBezTo>
                  <a:cubicBezTo>
                    <a:pt x="36761" y="40614"/>
                    <a:pt x="44232" y="35331"/>
                    <a:pt x="52451" y="30482"/>
                  </a:cubicBezTo>
                  <a:cubicBezTo>
                    <a:pt x="60820" y="25632"/>
                    <a:pt x="69786" y="21389"/>
                    <a:pt x="79648" y="17579"/>
                  </a:cubicBezTo>
                  <a:lnTo>
                    <a:pt x="82786" y="20263"/>
                  </a:lnTo>
                  <a:lnTo>
                    <a:pt x="79648" y="17579"/>
                  </a:lnTo>
                  <a:cubicBezTo>
                    <a:pt x="89511" y="13769"/>
                    <a:pt x="99822" y="10564"/>
                    <a:pt x="110581" y="7967"/>
                  </a:cubicBezTo>
                  <a:cubicBezTo>
                    <a:pt x="121490" y="5369"/>
                    <a:pt x="132697" y="3377"/>
                    <a:pt x="144204" y="2078"/>
                  </a:cubicBezTo>
                  <a:cubicBezTo>
                    <a:pt x="155860" y="692"/>
                    <a:pt x="167515" y="0"/>
                    <a:pt x="179321" y="0"/>
                  </a:cubicBezTo>
                  <a:lnTo>
                    <a:pt x="179321" y="3290"/>
                  </a:lnTo>
                  <a:lnTo>
                    <a:pt x="179321" y="0"/>
                  </a:lnTo>
                  <a:lnTo>
                    <a:pt x="5794300" y="0"/>
                  </a:lnTo>
                  <a:lnTo>
                    <a:pt x="5794300" y="3290"/>
                  </a:lnTo>
                  <a:lnTo>
                    <a:pt x="5794300" y="0"/>
                  </a:lnTo>
                  <a:cubicBezTo>
                    <a:pt x="5806105" y="0"/>
                    <a:pt x="5817761" y="692"/>
                    <a:pt x="5829267" y="1991"/>
                  </a:cubicBezTo>
                  <a:lnTo>
                    <a:pt x="5828221" y="5195"/>
                  </a:lnTo>
                  <a:lnTo>
                    <a:pt x="5829267" y="1991"/>
                  </a:lnTo>
                  <a:cubicBezTo>
                    <a:pt x="5840773" y="3290"/>
                    <a:pt x="5851981" y="5282"/>
                    <a:pt x="5862890" y="7880"/>
                  </a:cubicBezTo>
                  <a:lnTo>
                    <a:pt x="5860798" y="10911"/>
                  </a:lnTo>
                  <a:lnTo>
                    <a:pt x="5862890" y="7880"/>
                  </a:lnTo>
                  <a:cubicBezTo>
                    <a:pt x="5873799" y="10478"/>
                    <a:pt x="5884109" y="13682"/>
                    <a:pt x="5893823" y="17492"/>
                  </a:cubicBezTo>
                  <a:cubicBezTo>
                    <a:pt x="5903685" y="21303"/>
                    <a:pt x="5912651" y="25632"/>
                    <a:pt x="5921020" y="30395"/>
                  </a:cubicBezTo>
                  <a:lnTo>
                    <a:pt x="5916985" y="32733"/>
                  </a:lnTo>
                  <a:lnTo>
                    <a:pt x="5921020" y="30395"/>
                  </a:lnTo>
                  <a:cubicBezTo>
                    <a:pt x="5929388" y="35245"/>
                    <a:pt x="5936710" y="40441"/>
                    <a:pt x="5943285" y="46156"/>
                  </a:cubicBezTo>
                  <a:cubicBezTo>
                    <a:pt x="5949860" y="51871"/>
                    <a:pt x="5955389" y="57847"/>
                    <a:pt x="5959872" y="64082"/>
                  </a:cubicBezTo>
                  <a:cubicBezTo>
                    <a:pt x="5964355" y="70403"/>
                    <a:pt x="5967792" y="76898"/>
                    <a:pt x="5970034" y="83566"/>
                  </a:cubicBezTo>
                  <a:lnTo>
                    <a:pt x="5964505" y="84172"/>
                  </a:lnTo>
                  <a:lnTo>
                    <a:pt x="5970034" y="83566"/>
                  </a:lnTo>
                  <a:cubicBezTo>
                    <a:pt x="5972275" y="90234"/>
                    <a:pt x="5973470" y="96989"/>
                    <a:pt x="5973470" y="103830"/>
                  </a:cubicBezTo>
                  <a:lnTo>
                    <a:pt x="5973470" y="2058849"/>
                  </a:lnTo>
                  <a:cubicBezTo>
                    <a:pt x="5973470" y="2065690"/>
                    <a:pt x="5972275" y="2072445"/>
                    <a:pt x="5970034" y="2079113"/>
                  </a:cubicBezTo>
                  <a:lnTo>
                    <a:pt x="5964505" y="2078506"/>
                  </a:lnTo>
                  <a:lnTo>
                    <a:pt x="5970034" y="2079113"/>
                  </a:lnTo>
                  <a:cubicBezTo>
                    <a:pt x="5967792" y="2085781"/>
                    <a:pt x="5964355" y="2092275"/>
                    <a:pt x="5959872" y="2098597"/>
                  </a:cubicBezTo>
                  <a:lnTo>
                    <a:pt x="5954642" y="2097384"/>
                  </a:lnTo>
                  <a:lnTo>
                    <a:pt x="5959872" y="2098597"/>
                  </a:lnTo>
                  <a:cubicBezTo>
                    <a:pt x="5955389" y="2104919"/>
                    <a:pt x="5949860" y="2110894"/>
                    <a:pt x="5943285" y="2116523"/>
                  </a:cubicBezTo>
                  <a:cubicBezTo>
                    <a:pt x="5936710" y="2122238"/>
                    <a:pt x="5929238" y="2127434"/>
                    <a:pt x="5921020" y="2132283"/>
                  </a:cubicBezTo>
                  <a:cubicBezTo>
                    <a:pt x="5912651" y="2137133"/>
                    <a:pt x="5903685" y="2141376"/>
                    <a:pt x="5893823" y="2145186"/>
                  </a:cubicBezTo>
                  <a:cubicBezTo>
                    <a:pt x="5883960" y="2148997"/>
                    <a:pt x="5873649" y="2152201"/>
                    <a:pt x="5862890" y="2154799"/>
                  </a:cubicBezTo>
                  <a:cubicBezTo>
                    <a:pt x="5851981" y="2157397"/>
                    <a:pt x="5840773" y="2159388"/>
                    <a:pt x="5829267" y="2160687"/>
                  </a:cubicBezTo>
                  <a:lnTo>
                    <a:pt x="5828221" y="2157483"/>
                  </a:lnTo>
                  <a:lnTo>
                    <a:pt x="5829267" y="2160687"/>
                  </a:lnTo>
                  <a:cubicBezTo>
                    <a:pt x="5817761" y="2161986"/>
                    <a:pt x="5806105" y="2162679"/>
                    <a:pt x="5794300" y="2162679"/>
                  </a:cubicBezTo>
                  <a:lnTo>
                    <a:pt x="179321" y="2162679"/>
                  </a:lnTo>
                  <a:cubicBezTo>
                    <a:pt x="167515" y="2162679"/>
                    <a:pt x="155860" y="2161986"/>
                    <a:pt x="144353" y="2160687"/>
                  </a:cubicBezTo>
                  <a:cubicBezTo>
                    <a:pt x="132847" y="2159388"/>
                    <a:pt x="121639" y="2157397"/>
                    <a:pt x="110730" y="2154799"/>
                  </a:cubicBezTo>
                  <a:cubicBezTo>
                    <a:pt x="99822" y="2152201"/>
                    <a:pt x="89511" y="2148997"/>
                    <a:pt x="79798" y="2145186"/>
                  </a:cubicBezTo>
                  <a:cubicBezTo>
                    <a:pt x="69935" y="2141376"/>
                    <a:pt x="60969" y="2137046"/>
                    <a:pt x="52601" y="2132283"/>
                  </a:cubicBezTo>
                  <a:cubicBezTo>
                    <a:pt x="44232" y="2127434"/>
                    <a:pt x="36910" y="2122238"/>
                    <a:pt x="30335" y="2116523"/>
                  </a:cubicBezTo>
                  <a:lnTo>
                    <a:pt x="34967" y="2114704"/>
                  </a:lnTo>
                  <a:lnTo>
                    <a:pt x="30335" y="2116523"/>
                  </a:lnTo>
                  <a:cubicBezTo>
                    <a:pt x="23760" y="2110807"/>
                    <a:pt x="18231" y="2104832"/>
                    <a:pt x="13748" y="2098597"/>
                  </a:cubicBezTo>
                  <a:cubicBezTo>
                    <a:pt x="9265" y="2092275"/>
                    <a:pt x="5828" y="2085781"/>
                    <a:pt x="3586" y="2079113"/>
                  </a:cubicBezTo>
                  <a:cubicBezTo>
                    <a:pt x="1345" y="2072445"/>
                    <a:pt x="149" y="2065690"/>
                    <a:pt x="149" y="2058849"/>
                  </a:cubicBezTo>
                  <a:lnTo>
                    <a:pt x="5828" y="2058849"/>
                  </a:lnTo>
                  <a:lnTo>
                    <a:pt x="0" y="2058849"/>
                  </a:lnTo>
                  <a:moveTo>
                    <a:pt x="11207" y="2058849"/>
                  </a:moveTo>
                  <a:cubicBezTo>
                    <a:pt x="11207" y="2065257"/>
                    <a:pt x="12254" y="2071579"/>
                    <a:pt x="14495" y="2077814"/>
                  </a:cubicBezTo>
                  <a:lnTo>
                    <a:pt x="8966" y="2078420"/>
                  </a:lnTo>
                  <a:lnTo>
                    <a:pt x="14495" y="2077814"/>
                  </a:lnTo>
                  <a:cubicBezTo>
                    <a:pt x="16587" y="2084049"/>
                    <a:pt x="19875" y="2090197"/>
                    <a:pt x="24059" y="2096086"/>
                  </a:cubicBezTo>
                  <a:lnTo>
                    <a:pt x="18829" y="2097298"/>
                  </a:lnTo>
                  <a:lnTo>
                    <a:pt x="24059" y="2096086"/>
                  </a:lnTo>
                  <a:cubicBezTo>
                    <a:pt x="28243" y="2101974"/>
                    <a:pt x="33473" y="2107603"/>
                    <a:pt x="39600" y="2112885"/>
                  </a:cubicBezTo>
                  <a:cubicBezTo>
                    <a:pt x="45727" y="2118168"/>
                    <a:pt x="52750" y="2123104"/>
                    <a:pt x="60521" y="2127607"/>
                  </a:cubicBezTo>
                  <a:lnTo>
                    <a:pt x="56486" y="2129945"/>
                  </a:lnTo>
                  <a:lnTo>
                    <a:pt x="60521" y="2127607"/>
                  </a:lnTo>
                  <a:cubicBezTo>
                    <a:pt x="68291" y="2132110"/>
                    <a:pt x="76809" y="2136180"/>
                    <a:pt x="85924" y="2139731"/>
                  </a:cubicBezTo>
                  <a:lnTo>
                    <a:pt x="82786" y="2142415"/>
                  </a:lnTo>
                  <a:lnTo>
                    <a:pt x="85924" y="2139731"/>
                  </a:lnTo>
                  <a:cubicBezTo>
                    <a:pt x="95040" y="2143281"/>
                    <a:pt x="104753" y="2146312"/>
                    <a:pt x="115064" y="2148737"/>
                  </a:cubicBezTo>
                  <a:lnTo>
                    <a:pt x="112972" y="2151768"/>
                  </a:lnTo>
                  <a:lnTo>
                    <a:pt x="115064" y="2148737"/>
                  </a:lnTo>
                  <a:cubicBezTo>
                    <a:pt x="125226" y="2151161"/>
                    <a:pt x="135835" y="2153067"/>
                    <a:pt x="146595" y="2154279"/>
                  </a:cubicBezTo>
                  <a:lnTo>
                    <a:pt x="145549" y="2157483"/>
                  </a:lnTo>
                  <a:lnTo>
                    <a:pt x="146595" y="2154279"/>
                  </a:lnTo>
                  <a:cubicBezTo>
                    <a:pt x="157354" y="2155491"/>
                    <a:pt x="168412" y="2156184"/>
                    <a:pt x="179321" y="2156184"/>
                  </a:cubicBezTo>
                  <a:lnTo>
                    <a:pt x="179321" y="2159388"/>
                  </a:lnTo>
                  <a:lnTo>
                    <a:pt x="179321" y="2156271"/>
                  </a:lnTo>
                  <a:lnTo>
                    <a:pt x="5794300" y="2156271"/>
                  </a:lnTo>
                  <a:lnTo>
                    <a:pt x="5794300" y="2159562"/>
                  </a:lnTo>
                  <a:lnTo>
                    <a:pt x="5794300" y="2156357"/>
                  </a:lnTo>
                  <a:cubicBezTo>
                    <a:pt x="5805357" y="2156357"/>
                    <a:pt x="5816266" y="2155751"/>
                    <a:pt x="5827025" y="2154452"/>
                  </a:cubicBezTo>
                  <a:cubicBezTo>
                    <a:pt x="5837785" y="2153240"/>
                    <a:pt x="5848394" y="2151335"/>
                    <a:pt x="5858556" y="2148910"/>
                  </a:cubicBezTo>
                  <a:lnTo>
                    <a:pt x="5860648" y="2151941"/>
                  </a:lnTo>
                  <a:lnTo>
                    <a:pt x="5858556" y="2148910"/>
                  </a:lnTo>
                  <a:cubicBezTo>
                    <a:pt x="5868718" y="2146485"/>
                    <a:pt x="5878431" y="2143454"/>
                    <a:pt x="5887696" y="2139904"/>
                  </a:cubicBezTo>
                  <a:lnTo>
                    <a:pt x="5890834" y="2142588"/>
                  </a:lnTo>
                  <a:lnTo>
                    <a:pt x="5887696" y="2139904"/>
                  </a:lnTo>
                  <a:cubicBezTo>
                    <a:pt x="5896812" y="2136353"/>
                    <a:pt x="5905329" y="2132283"/>
                    <a:pt x="5913100" y="2127780"/>
                  </a:cubicBezTo>
                  <a:lnTo>
                    <a:pt x="5917134" y="2130118"/>
                  </a:lnTo>
                  <a:lnTo>
                    <a:pt x="5913100" y="2127780"/>
                  </a:lnTo>
                  <a:cubicBezTo>
                    <a:pt x="5920870" y="2123277"/>
                    <a:pt x="5927893" y="2118341"/>
                    <a:pt x="5934020" y="2113059"/>
                  </a:cubicBezTo>
                  <a:lnTo>
                    <a:pt x="5938653" y="2114877"/>
                  </a:lnTo>
                  <a:lnTo>
                    <a:pt x="5934020" y="2113059"/>
                  </a:lnTo>
                  <a:cubicBezTo>
                    <a:pt x="5940147" y="2107776"/>
                    <a:pt x="5945378" y="2102147"/>
                    <a:pt x="5949561" y="2096172"/>
                  </a:cubicBezTo>
                  <a:cubicBezTo>
                    <a:pt x="5953746" y="2090284"/>
                    <a:pt x="5957033" y="2084135"/>
                    <a:pt x="5959125" y="2077900"/>
                  </a:cubicBezTo>
                  <a:cubicBezTo>
                    <a:pt x="5961217" y="2071665"/>
                    <a:pt x="5962413" y="2065257"/>
                    <a:pt x="5962413" y="2058935"/>
                  </a:cubicBezTo>
                  <a:lnTo>
                    <a:pt x="5967942" y="2058935"/>
                  </a:lnTo>
                  <a:lnTo>
                    <a:pt x="5962413" y="2058935"/>
                  </a:lnTo>
                  <a:lnTo>
                    <a:pt x="5962413" y="103916"/>
                  </a:lnTo>
                  <a:lnTo>
                    <a:pt x="5968091" y="103916"/>
                  </a:lnTo>
                  <a:lnTo>
                    <a:pt x="5962413" y="103916"/>
                  </a:lnTo>
                  <a:cubicBezTo>
                    <a:pt x="5962413" y="97508"/>
                    <a:pt x="5961367" y="91187"/>
                    <a:pt x="5959125" y="84865"/>
                  </a:cubicBezTo>
                  <a:cubicBezTo>
                    <a:pt x="5957033" y="78630"/>
                    <a:pt x="5953746" y="72482"/>
                    <a:pt x="5949561" y="66593"/>
                  </a:cubicBezTo>
                  <a:lnTo>
                    <a:pt x="5954791" y="65381"/>
                  </a:lnTo>
                  <a:lnTo>
                    <a:pt x="5949561" y="66593"/>
                  </a:lnTo>
                  <a:cubicBezTo>
                    <a:pt x="5945378" y="60704"/>
                    <a:pt x="5940147" y="55075"/>
                    <a:pt x="5934020" y="49706"/>
                  </a:cubicBezTo>
                  <a:lnTo>
                    <a:pt x="5938653" y="47888"/>
                  </a:lnTo>
                  <a:lnTo>
                    <a:pt x="5934020" y="49706"/>
                  </a:lnTo>
                  <a:cubicBezTo>
                    <a:pt x="5927893" y="44424"/>
                    <a:pt x="5920870" y="39488"/>
                    <a:pt x="5913100" y="34985"/>
                  </a:cubicBezTo>
                  <a:cubicBezTo>
                    <a:pt x="5905329" y="30482"/>
                    <a:pt x="5896812" y="26412"/>
                    <a:pt x="5887696" y="22861"/>
                  </a:cubicBezTo>
                  <a:lnTo>
                    <a:pt x="5890834" y="20177"/>
                  </a:lnTo>
                  <a:lnTo>
                    <a:pt x="5887696" y="22861"/>
                  </a:lnTo>
                  <a:cubicBezTo>
                    <a:pt x="5878580" y="19311"/>
                    <a:pt x="5868867" y="16280"/>
                    <a:pt x="5858705" y="13855"/>
                  </a:cubicBezTo>
                  <a:cubicBezTo>
                    <a:pt x="5848544" y="11430"/>
                    <a:pt x="5837935" y="9525"/>
                    <a:pt x="5827175" y="8313"/>
                  </a:cubicBezTo>
                  <a:cubicBezTo>
                    <a:pt x="5816416" y="7101"/>
                    <a:pt x="5805357" y="6408"/>
                    <a:pt x="5794449" y="6408"/>
                  </a:cubicBezTo>
                  <a:lnTo>
                    <a:pt x="179321" y="6408"/>
                  </a:lnTo>
                  <a:cubicBezTo>
                    <a:pt x="168263" y="6408"/>
                    <a:pt x="157354" y="7014"/>
                    <a:pt x="146595" y="8313"/>
                  </a:cubicBezTo>
                  <a:lnTo>
                    <a:pt x="145549" y="5109"/>
                  </a:lnTo>
                  <a:lnTo>
                    <a:pt x="146595" y="8313"/>
                  </a:lnTo>
                  <a:cubicBezTo>
                    <a:pt x="135835" y="9525"/>
                    <a:pt x="125226" y="11430"/>
                    <a:pt x="115064" y="13855"/>
                  </a:cubicBezTo>
                  <a:lnTo>
                    <a:pt x="112972" y="10824"/>
                  </a:lnTo>
                  <a:lnTo>
                    <a:pt x="115064" y="13855"/>
                  </a:lnTo>
                  <a:cubicBezTo>
                    <a:pt x="104903" y="16280"/>
                    <a:pt x="95189" y="19311"/>
                    <a:pt x="86074" y="22861"/>
                  </a:cubicBezTo>
                  <a:cubicBezTo>
                    <a:pt x="76958" y="26412"/>
                    <a:pt x="68441" y="30482"/>
                    <a:pt x="60670" y="34985"/>
                  </a:cubicBezTo>
                  <a:lnTo>
                    <a:pt x="56635" y="32647"/>
                  </a:lnTo>
                  <a:lnTo>
                    <a:pt x="60670" y="34985"/>
                  </a:lnTo>
                  <a:cubicBezTo>
                    <a:pt x="52900" y="39488"/>
                    <a:pt x="45876" y="44424"/>
                    <a:pt x="39749" y="49706"/>
                  </a:cubicBezTo>
                  <a:lnTo>
                    <a:pt x="35117" y="47888"/>
                  </a:lnTo>
                  <a:lnTo>
                    <a:pt x="39749" y="49706"/>
                  </a:lnTo>
                  <a:cubicBezTo>
                    <a:pt x="33623" y="54989"/>
                    <a:pt x="28392" y="60618"/>
                    <a:pt x="24208" y="66593"/>
                  </a:cubicBezTo>
                  <a:lnTo>
                    <a:pt x="18978" y="65381"/>
                  </a:lnTo>
                  <a:lnTo>
                    <a:pt x="24208" y="66593"/>
                  </a:lnTo>
                  <a:cubicBezTo>
                    <a:pt x="20024" y="72482"/>
                    <a:pt x="16737" y="78630"/>
                    <a:pt x="14644" y="84865"/>
                  </a:cubicBezTo>
                  <a:cubicBezTo>
                    <a:pt x="12552" y="91100"/>
                    <a:pt x="11207" y="97508"/>
                    <a:pt x="11207" y="103916"/>
                  </a:cubicBezTo>
                  <a:lnTo>
                    <a:pt x="11207" y="2058849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353694" y="5696148"/>
            <a:ext cx="4605310" cy="2160923"/>
            <a:chOff x="0" y="0"/>
            <a:chExt cx="4793789" cy="22493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2942" y="46589"/>
              <a:ext cx="4667904" cy="2156184"/>
            </a:xfrm>
            <a:custGeom>
              <a:avLst/>
              <a:gdLst/>
              <a:ahLst/>
              <a:cxnLst/>
              <a:rect r="r" b="b" t="t" l="l"/>
              <a:pathLst>
                <a:path h="2156184" w="4667904">
                  <a:moveTo>
                    <a:pt x="0" y="2055559"/>
                  </a:moveTo>
                  <a:lnTo>
                    <a:pt x="0" y="100626"/>
                  </a:lnTo>
                  <a:cubicBezTo>
                    <a:pt x="0" y="94045"/>
                    <a:pt x="819" y="87464"/>
                    <a:pt x="2574" y="80969"/>
                  </a:cubicBezTo>
                  <a:cubicBezTo>
                    <a:pt x="4329" y="74474"/>
                    <a:pt x="6903" y="68152"/>
                    <a:pt x="10296" y="62091"/>
                  </a:cubicBezTo>
                  <a:cubicBezTo>
                    <a:pt x="13688" y="56029"/>
                    <a:pt x="17900" y="50140"/>
                    <a:pt x="22814" y="44684"/>
                  </a:cubicBezTo>
                  <a:cubicBezTo>
                    <a:pt x="27728" y="39229"/>
                    <a:pt x="33460" y="34120"/>
                    <a:pt x="39778" y="29443"/>
                  </a:cubicBezTo>
                  <a:cubicBezTo>
                    <a:pt x="46095" y="24767"/>
                    <a:pt x="52998" y="20610"/>
                    <a:pt x="60369" y="16887"/>
                  </a:cubicBezTo>
                  <a:cubicBezTo>
                    <a:pt x="67739" y="13163"/>
                    <a:pt x="75578" y="10132"/>
                    <a:pt x="83884" y="7621"/>
                  </a:cubicBezTo>
                  <a:cubicBezTo>
                    <a:pt x="92191" y="5110"/>
                    <a:pt x="100614" y="3204"/>
                    <a:pt x="109389" y="1905"/>
                  </a:cubicBezTo>
                  <a:cubicBezTo>
                    <a:pt x="118163" y="606"/>
                    <a:pt x="126938" y="0"/>
                    <a:pt x="135946" y="0"/>
                  </a:cubicBezTo>
                  <a:lnTo>
                    <a:pt x="4531959" y="0"/>
                  </a:lnTo>
                  <a:cubicBezTo>
                    <a:pt x="4540850" y="0"/>
                    <a:pt x="4549742" y="606"/>
                    <a:pt x="4558516" y="1905"/>
                  </a:cubicBezTo>
                  <a:cubicBezTo>
                    <a:pt x="4567290" y="3204"/>
                    <a:pt x="4575831" y="5110"/>
                    <a:pt x="4584021" y="7621"/>
                  </a:cubicBezTo>
                  <a:cubicBezTo>
                    <a:pt x="4592210" y="10132"/>
                    <a:pt x="4600166" y="13250"/>
                    <a:pt x="4607536" y="16887"/>
                  </a:cubicBezTo>
                  <a:cubicBezTo>
                    <a:pt x="4614907" y="20524"/>
                    <a:pt x="4621809" y="24767"/>
                    <a:pt x="4628127" y="29443"/>
                  </a:cubicBezTo>
                  <a:cubicBezTo>
                    <a:pt x="4634445" y="34120"/>
                    <a:pt x="4640060" y="39229"/>
                    <a:pt x="4645091" y="44684"/>
                  </a:cubicBezTo>
                  <a:cubicBezTo>
                    <a:pt x="4650122" y="50140"/>
                    <a:pt x="4654217" y="55942"/>
                    <a:pt x="4657609" y="62091"/>
                  </a:cubicBezTo>
                  <a:cubicBezTo>
                    <a:pt x="4661002" y="68239"/>
                    <a:pt x="4663576" y="74474"/>
                    <a:pt x="4665331" y="80969"/>
                  </a:cubicBezTo>
                  <a:cubicBezTo>
                    <a:pt x="4667086" y="87464"/>
                    <a:pt x="4667905" y="93958"/>
                    <a:pt x="4667905" y="100626"/>
                  </a:cubicBezTo>
                  <a:lnTo>
                    <a:pt x="4667905" y="2055559"/>
                  </a:lnTo>
                  <a:cubicBezTo>
                    <a:pt x="4667905" y="2062140"/>
                    <a:pt x="4667086" y="2068722"/>
                    <a:pt x="4665331" y="2075216"/>
                  </a:cubicBezTo>
                  <a:cubicBezTo>
                    <a:pt x="4663576" y="2081711"/>
                    <a:pt x="4661002" y="2088033"/>
                    <a:pt x="4657609" y="2094094"/>
                  </a:cubicBezTo>
                  <a:cubicBezTo>
                    <a:pt x="4654217" y="2100156"/>
                    <a:pt x="4650004" y="2106045"/>
                    <a:pt x="4645091" y="2111501"/>
                  </a:cubicBezTo>
                  <a:cubicBezTo>
                    <a:pt x="4640177" y="2116956"/>
                    <a:pt x="4634445" y="2122066"/>
                    <a:pt x="4628127" y="2126742"/>
                  </a:cubicBezTo>
                  <a:cubicBezTo>
                    <a:pt x="4621809" y="2131418"/>
                    <a:pt x="4614907" y="2135575"/>
                    <a:pt x="4607536" y="2139298"/>
                  </a:cubicBezTo>
                  <a:cubicBezTo>
                    <a:pt x="4600166" y="2143022"/>
                    <a:pt x="4592327" y="2146053"/>
                    <a:pt x="4584021" y="2148564"/>
                  </a:cubicBezTo>
                  <a:cubicBezTo>
                    <a:pt x="4575714" y="2151076"/>
                    <a:pt x="4567290" y="2152981"/>
                    <a:pt x="4558516" y="2154280"/>
                  </a:cubicBezTo>
                  <a:cubicBezTo>
                    <a:pt x="4549742" y="2155579"/>
                    <a:pt x="4540967" y="2156185"/>
                    <a:pt x="4531959" y="2156185"/>
                  </a:cubicBezTo>
                  <a:lnTo>
                    <a:pt x="135946" y="2156185"/>
                  </a:lnTo>
                  <a:cubicBezTo>
                    <a:pt x="127055" y="2156185"/>
                    <a:pt x="118163" y="2155579"/>
                    <a:pt x="109389" y="2154280"/>
                  </a:cubicBezTo>
                  <a:cubicBezTo>
                    <a:pt x="100614" y="2152981"/>
                    <a:pt x="92074" y="2151076"/>
                    <a:pt x="83884" y="2148564"/>
                  </a:cubicBezTo>
                  <a:cubicBezTo>
                    <a:pt x="75695" y="2146053"/>
                    <a:pt x="67739" y="2142935"/>
                    <a:pt x="60369" y="2139298"/>
                  </a:cubicBezTo>
                  <a:cubicBezTo>
                    <a:pt x="52998" y="2135661"/>
                    <a:pt x="46095" y="2131418"/>
                    <a:pt x="39778" y="2126742"/>
                  </a:cubicBezTo>
                  <a:cubicBezTo>
                    <a:pt x="33460" y="2122066"/>
                    <a:pt x="27845" y="2116956"/>
                    <a:pt x="22814" y="2111501"/>
                  </a:cubicBezTo>
                  <a:cubicBezTo>
                    <a:pt x="17783" y="2106045"/>
                    <a:pt x="13688" y="2100243"/>
                    <a:pt x="10296" y="2094094"/>
                  </a:cubicBezTo>
                  <a:cubicBezTo>
                    <a:pt x="6903" y="2087946"/>
                    <a:pt x="4329" y="2081711"/>
                    <a:pt x="2574" y="2075216"/>
                  </a:cubicBezTo>
                  <a:cubicBezTo>
                    <a:pt x="819" y="2068722"/>
                    <a:pt x="0" y="2062227"/>
                    <a:pt x="0" y="2055559"/>
                  </a:cubicBezTo>
                  <a:close/>
                </a:path>
              </a:pathLst>
            </a:custGeom>
            <a:blipFill>
              <a:blip r:embed="rId3"/>
              <a:stretch>
                <a:fillRect l="-8829" t="-2160" r="-9318" b="-1836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8497" y="43299"/>
              <a:ext cx="4676679" cy="2162679"/>
            </a:xfrm>
            <a:custGeom>
              <a:avLst/>
              <a:gdLst/>
              <a:ahLst/>
              <a:cxnLst/>
              <a:rect r="r" b="b" t="t" l="l"/>
              <a:pathLst>
                <a:path h="2162679" w="4676679">
                  <a:moveTo>
                    <a:pt x="0" y="2058849"/>
                  </a:moveTo>
                  <a:lnTo>
                    <a:pt x="0" y="103916"/>
                  </a:lnTo>
                  <a:lnTo>
                    <a:pt x="4445" y="103916"/>
                  </a:lnTo>
                  <a:lnTo>
                    <a:pt x="0" y="103916"/>
                  </a:lnTo>
                  <a:cubicBezTo>
                    <a:pt x="0" y="97075"/>
                    <a:pt x="935" y="90321"/>
                    <a:pt x="2690" y="83653"/>
                  </a:cubicBezTo>
                  <a:lnTo>
                    <a:pt x="7019" y="84259"/>
                  </a:lnTo>
                  <a:lnTo>
                    <a:pt x="2690" y="83653"/>
                  </a:lnTo>
                  <a:cubicBezTo>
                    <a:pt x="4445" y="76985"/>
                    <a:pt x="7136" y="70490"/>
                    <a:pt x="10646" y="64168"/>
                  </a:cubicBezTo>
                  <a:cubicBezTo>
                    <a:pt x="14156" y="57847"/>
                    <a:pt x="18484" y="51871"/>
                    <a:pt x="23632" y="46243"/>
                  </a:cubicBezTo>
                  <a:cubicBezTo>
                    <a:pt x="28780" y="40614"/>
                    <a:pt x="34629" y="35331"/>
                    <a:pt x="41064" y="30482"/>
                  </a:cubicBezTo>
                  <a:cubicBezTo>
                    <a:pt x="47616" y="25632"/>
                    <a:pt x="54635" y="21389"/>
                    <a:pt x="62357" y="17579"/>
                  </a:cubicBezTo>
                  <a:lnTo>
                    <a:pt x="64814" y="20263"/>
                  </a:lnTo>
                  <a:lnTo>
                    <a:pt x="62357" y="17579"/>
                  </a:lnTo>
                  <a:cubicBezTo>
                    <a:pt x="70078" y="13769"/>
                    <a:pt x="78151" y="10564"/>
                    <a:pt x="86574" y="7967"/>
                  </a:cubicBezTo>
                  <a:cubicBezTo>
                    <a:pt x="95115" y="5369"/>
                    <a:pt x="103889" y="3377"/>
                    <a:pt x="112898" y="2078"/>
                  </a:cubicBezTo>
                  <a:cubicBezTo>
                    <a:pt x="122023" y="692"/>
                    <a:pt x="131149" y="0"/>
                    <a:pt x="140391" y="0"/>
                  </a:cubicBezTo>
                  <a:lnTo>
                    <a:pt x="140391" y="3290"/>
                  </a:lnTo>
                  <a:lnTo>
                    <a:pt x="140391" y="0"/>
                  </a:lnTo>
                  <a:lnTo>
                    <a:pt x="4536404" y="0"/>
                  </a:lnTo>
                  <a:lnTo>
                    <a:pt x="4536404" y="3290"/>
                  </a:lnTo>
                  <a:lnTo>
                    <a:pt x="4536404" y="0"/>
                  </a:lnTo>
                  <a:cubicBezTo>
                    <a:pt x="4545646" y="0"/>
                    <a:pt x="4554772" y="692"/>
                    <a:pt x="4563780" y="1991"/>
                  </a:cubicBezTo>
                  <a:lnTo>
                    <a:pt x="4562961" y="5195"/>
                  </a:lnTo>
                  <a:lnTo>
                    <a:pt x="4563780" y="1991"/>
                  </a:lnTo>
                  <a:cubicBezTo>
                    <a:pt x="4572789" y="3290"/>
                    <a:pt x="4581563" y="5282"/>
                    <a:pt x="4590103" y="7880"/>
                  </a:cubicBezTo>
                  <a:lnTo>
                    <a:pt x="4588466" y="10911"/>
                  </a:lnTo>
                  <a:lnTo>
                    <a:pt x="4590103" y="7880"/>
                  </a:lnTo>
                  <a:cubicBezTo>
                    <a:pt x="4598644" y="10478"/>
                    <a:pt x="4606717" y="13682"/>
                    <a:pt x="4614321" y="17492"/>
                  </a:cubicBezTo>
                  <a:cubicBezTo>
                    <a:pt x="4622042" y="21303"/>
                    <a:pt x="4629062" y="25632"/>
                    <a:pt x="4635614" y="30395"/>
                  </a:cubicBezTo>
                  <a:lnTo>
                    <a:pt x="4632455" y="32733"/>
                  </a:lnTo>
                  <a:lnTo>
                    <a:pt x="4635614" y="30395"/>
                  </a:lnTo>
                  <a:cubicBezTo>
                    <a:pt x="4642165" y="35245"/>
                    <a:pt x="4647898" y="40441"/>
                    <a:pt x="4653046" y="46156"/>
                  </a:cubicBezTo>
                  <a:cubicBezTo>
                    <a:pt x="4658193" y="51871"/>
                    <a:pt x="4662522" y="57847"/>
                    <a:pt x="4666032" y="64082"/>
                  </a:cubicBezTo>
                  <a:cubicBezTo>
                    <a:pt x="4669542" y="70403"/>
                    <a:pt x="4672232" y="76898"/>
                    <a:pt x="4673988" y="83566"/>
                  </a:cubicBezTo>
                  <a:lnTo>
                    <a:pt x="4669659" y="84172"/>
                  </a:lnTo>
                  <a:lnTo>
                    <a:pt x="4673988" y="83566"/>
                  </a:lnTo>
                  <a:cubicBezTo>
                    <a:pt x="4675742" y="90234"/>
                    <a:pt x="4676678" y="96989"/>
                    <a:pt x="4676678" y="103830"/>
                  </a:cubicBezTo>
                  <a:lnTo>
                    <a:pt x="4676678" y="2058849"/>
                  </a:lnTo>
                  <a:cubicBezTo>
                    <a:pt x="4676678" y="2065690"/>
                    <a:pt x="4675742" y="2072445"/>
                    <a:pt x="4673988" y="2079113"/>
                  </a:cubicBezTo>
                  <a:lnTo>
                    <a:pt x="4669659" y="2078506"/>
                  </a:lnTo>
                  <a:lnTo>
                    <a:pt x="4673988" y="2079113"/>
                  </a:lnTo>
                  <a:cubicBezTo>
                    <a:pt x="4672232" y="2085781"/>
                    <a:pt x="4669542" y="2092275"/>
                    <a:pt x="4666032" y="2098597"/>
                  </a:cubicBezTo>
                  <a:lnTo>
                    <a:pt x="4661937" y="2097384"/>
                  </a:lnTo>
                  <a:lnTo>
                    <a:pt x="4666032" y="2098597"/>
                  </a:lnTo>
                  <a:cubicBezTo>
                    <a:pt x="4662522" y="2104919"/>
                    <a:pt x="4658193" y="2110894"/>
                    <a:pt x="4653046" y="2116523"/>
                  </a:cubicBezTo>
                  <a:cubicBezTo>
                    <a:pt x="4647898" y="2122238"/>
                    <a:pt x="4642048" y="2127434"/>
                    <a:pt x="4635614" y="2132283"/>
                  </a:cubicBezTo>
                  <a:cubicBezTo>
                    <a:pt x="4629062" y="2137133"/>
                    <a:pt x="4622042" y="2141376"/>
                    <a:pt x="4614321" y="2145186"/>
                  </a:cubicBezTo>
                  <a:cubicBezTo>
                    <a:pt x="4606600" y="2148997"/>
                    <a:pt x="4598527" y="2152201"/>
                    <a:pt x="4590103" y="2154799"/>
                  </a:cubicBezTo>
                  <a:cubicBezTo>
                    <a:pt x="4581563" y="2157397"/>
                    <a:pt x="4572789" y="2159388"/>
                    <a:pt x="4563780" y="2160687"/>
                  </a:cubicBezTo>
                  <a:lnTo>
                    <a:pt x="4562961" y="2157483"/>
                  </a:lnTo>
                  <a:lnTo>
                    <a:pt x="4563780" y="2160687"/>
                  </a:lnTo>
                  <a:cubicBezTo>
                    <a:pt x="4554772" y="2161986"/>
                    <a:pt x="4545646" y="2162679"/>
                    <a:pt x="4536404" y="2162679"/>
                  </a:cubicBezTo>
                  <a:lnTo>
                    <a:pt x="140391" y="2162679"/>
                  </a:lnTo>
                  <a:cubicBezTo>
                    <a:pt x="131149" y="2162679"/>
                    <a:pt x="122023" y="2161986"/>
                    <a:pt x="113015" y="2160687"/>
                  </a:cubicBezTo>
                  <a:cubicBezTo>
                    <a:pt x="104006" y="2159388"/>
                    <a:pt x="95232" y="2157397"/>
                    <a:pt x="86691" y="2154799"/>
                  </a:cubicBezTo>
                  <a:cubicBezTo>
                    <a:pt x="78151" y="2152201"/>
                    <a:pt x="70078" y="2148997"/>
                    <a:pt x="62474" y="2145186"/>
                  </a:cubicBezTo>
                  <a:cubicBezTo>
                    <a:pt x="54752" y="2141376"/>
                    <a:pt x="47733" y="2137046"/>
                    <a:pt x="41181" y="2132283"/>
                  </a:cubicBezTo>
                  <a:cubicBezTo>
                    <a:pt x="34629" y="2127434"/>
                    <a:pt x="28897" y="2122238"/>
                    <a:pt x="23749" y="2116523"/>
                  </a:cubicBezTo>
                  <a:lnTo>
                    <a:pt x="27376" y="2114704"/>
                  </a:lnTo>
                  <a:lnTo>
                    <a:pt x="23749" y="2116523"/>
                  </a:lnTo>
                  <a:cubicBezTo>
                    <a:pt x="18601" y="2110807"/>
                    <a:pt x="14273" y="2104832"/>
                    <a:pt x="10763" y="2098597"/>
                  </a:cubicBezTo>
                  <a:cubicBezTo>
                    <a:pt x="7253" y="2092275"/>
                    <a:pt x="4562" y="2085781"/>
                    <a:pt x="2807" y="2079113"/>
                  </a:cubicBezTo>
                  <a:cubicBezTo>
                    <a:pt x="1052" y="2072445"/>
                    <a:pt x="117" y="2065690"/>
                    <a:pt x="117" y="2058849"/>
                  </a:cubicBezTo>
                  <a:lnTo>
                    <a:pt x="4562" y="2058849"/>
                  </a:lnTo>
                  <a:lnTo>
                    <a:pt x="0" y="2058849"/>
                  </a:lnTo>
                  <a:moveTo>
                    <a:pt x="8774" y="2058849"/>
                  </a:moveTo>
                  <a:cubicBezTo>
                    <a:pt x="8774" y="2065257"/>
                    <a:pt x="9593" y="2071579"/>
                    <a:pt x="11348" y="2077814"/>
                  </a:cubicBezTo>
                  <a:lnTo>
                    <a:pt x="7019" y="2078420"/>
                  </a:lnTo>
                  <a:lnTo>
                    <a:pt x="11348" y="2077814"/>
                  </a:lnTo>
                  <a:cubicBezTo>
                    <a:pt x="12986" y="2084049"/>
                    <a:pt x="15560" y="2090197"/>
                    <a:pt x="18835" y="2096086"/>
                  </a:cubicBezTo>
                  <a:lnTo>
                    <a:pt x="14741" y="2097298"/>
                  </a:lnTo>
                  <a:lnTo>
                    <a:pt x="18835" y="2096086"/>
                  </a:lnTo>
                  <a:cubicBezTo>
                    <a:pt x="22111" y="2101974"/>
                    <a:pt x="26206" y="2107603"/>
                    <a:pt x="31003" y="2112885"/>
                  </a:cubicBezTo>
                  <a:cubicBezTo>
                    <a:pt x="35799" y="2118168"/>
                    <a:pt x="41298" y="2123104"/>
                    <a:pt x="47382" y="2127607"/>
                  </a:cubicBezTo>
                  <a:lnTo>
                    <a:pt x="44223" y="2129945"/>
                  </a:lnTo>
                  <a:lnTo>
                    <a:pt x="47382" y="2127607"/>
                  </a:lnTo>
                  <a:cubicBezTo>
                    <a:pt x="53465" y="2132110"/>
                    <a:pt x="60134" y="2136180"/>
                    <a:pt x="67270" y="2139731"/>
                  </a:cubicBezTo>
                  <a:lnTo>
                    <a:pt x="64814" y="2142415"/>
                  </a:lnTo>
                  <a:lnTo>
                    <a:pt x="67270" y="2139731"/>
                  </a:lnTo>
                  <a:cubicBezTo>
                    <a:pt x="74407" y="2143281"/>
                    <a:pt x="82012" y="2146312"/>
                    <a:pt x="90084" y="2148737"/>
                  </a:cubicBezTo>
                  <a:lnTo>
                    <a:pt x="88446" y="2151768"/>
                  </a:lnTo>
                  <a:lnTo>
                    <a:pt x="90084" y="2148737"/>
                  </a:lnTo>
                  <a:cubicBezTo>
                    <a:pt x="98040" y="2151161"/>
                    <a:pt x="106346" y="2153067"/>
                    <a:pt x="114770" y="2154279"/>
                  </a:cubicBezTo>
                  <a:lnTo>
                    <a:pt x="113951" y="2157483"/>
                  </a:lnTo>
                  <a:lnTo>
                    <a:pt x="114770" y="2154279"/>
                  </a:lnTo>
                  <a:cubicBezTo>
                    <a:pt x="123193" y="2155491"/>
                    <a:pt x="131851" y="2156184"/>
                    <a:pt x="140391" y="2156184"/>
                  </a:cubicBezTo>
                  <a:lnTo>
                    <a:pt x="140391" y="2159388"/>
                  </a:lnTo>
                  <a:lnTo>
                    <a:pt x="140391" y="2156271"/>
                  </a:lnTo>
                  <a:lnTo>
                    <a:pt x="4536404" y="2156271"/>
                  </a:lnTo>
                  <a:lnTo>
                    <a:pt x="4536404" y="2159562"/>
                  </a:lnTo>
                  <a:lnTo>
                    <a:pt x="4536404" y="2156357"/>
                  </a:lnTo>
                  <a:cubicBezTo>
                    <a:pt x="4545061" y="2156357"/>
                    <a:pt x="4553602" y="2155751"/>
                    <a:pt x="4562025" y="2154452"/>
                  </a:cubicBezTo>
                  <a:cubicBezTo>
                    <a:pt x="4570449" y="2153240"/>
                    <a:pt x="4578755" y="2151335"/>
                    <a:pt x="4586711" y="2148910"/>
                  </a:cubicBezTo>
                  <a:lnTo>
                    <a:pt x="4588349" y="2151941"/>
                  </a:lnTo>
                  <a:lnTo>
                    <a:pt x="4586711" y="2148910"/>
                  </a:lnTo>
                  <a:cubicBezTo>
                    <a:pt x="4594666" y="2146485"/>
                    <a:pt x="4602271" y="2143454"/>
                    <a:pt x="4609524" y="2139904"/>
                  </a:cubicBezTo>
                  <a:lnTo>
                    <a:pt x="4611981" y="2142588"/>
                  </a:lnTo>
                  <a:lnTo>
                    <a:pt x="4609524" y="2139904"/>
                  </a:lnTo>
                  <a:cubicBezTo>
                    <a:pt x="4616661" y="2136353"/>
                    <a:pt x="4623330" y="2132283"/>
                    <a:pt x="4629413" y="2127780"/>
                  </a:cubicBezTo>
                  <a:lnTo>
                    <a:pt x="4632572" y="2130118"/>
                  </a:lnTo>
                  <a:lnTo>
                    <a:pt x="4629413" y="2127780"/>
                  </a:lnTo>
                  <a:cubicBezTo>
                    <a:pt x="4635497" y="2123277"/>
                    <a:pt x="4640996" y="2118341"/>
                    <a:pt x="4645792" y="2113059"/>
                  </a:cubicBezTo>
                  <a:lnTo>
                    <a:pt x="4649419" y="2114877"/>
                  </a:lnTo>
                  <a:lnTo>
                    <a:pt x="4645792" y="2113059"/>
                  </a:lnTo>
                  <a:cubicBezTo>
                    <a:pt x="4650589" y="2107776"/>
                    <a:pt x="4654684" y="2102147"/>
                    <a:pt x="4657960" y="2096172"/>
                  </a:cubicBezTo>
                  <a:cubicBezTo>
                    <a:pt x="4661235" y="2090284"/>
                    <a:pt x="4663809" y="2084135"/>
                    <a:pt x="4665447" y="2077900"/>
                  </a:cubicBezTo>
                  <a:cubicBezTo>
                    <a:pt x="4667085" y="2071665"/>
                    <a:pt x="4668021" y="2065257"/>
                    <a:pt x="4668021" y="2058935"/>
                  </a:cubicBezTo>
                  <a:lnTo>
                    <a:pt x="4672350" y="2058935"/>
                  </a:lnTo>
                  <a:lnTo>
                    <a:pt x="4668021" y="2058935"/>
                  </a:lnTo>
                  <a:lnTo>
                    <a:pt x="4668021" y="103916"/>
                  </a:lnTo>
                  <a:lnTo>
                    <a:pt x="4672467" y="103916"/>
                  </a:lnTo>
                  <a:lnTo>
                    <a:pt x="4668021" y="103916"/>
                  </a:lnTo>
                  <a:cubicBezTo>
                    <a:pt x="4668021" y="97508"/>
                    <a:pt x="4667202" y="91187"/>
                    <a:pt x="4665447" y="84865"/>
                  </a:cubicBezTo>
                  <a:cubicBezTo>
                    <a:pt x="4663809" y="78630"/>
                    <a:pt x="4661235" y="72482"/>
                    <a:pt x="4657960" y="66593"/>
                  </a:cubicBezTo>
                  <a:lnTo>
                    <a:pt x="4662054" y="65381"/>
                  </a:lnTo>
                  <a:lnTo>
                    <a:pt x="4657960" y="66593"/>
                  </a:lnTo>
                  <a:cubicBezTo>
                    <a:pt x="4654684" y="60704"/>
                    <a:pt x="4650589" y="55075"/>
                    <a:pt x="4645792" y="49706"/>
                  </a:cubicBezTo>
                  <a:lnTo>
                    <a:pt x="4649419" y="47888"/>
                  </a:lnTo>
                  <a:lnTo>
                    <a:pt x="4645792" y="49706"/>
                  </a:lnTo>
                  <a:cubicBezTo>
                    <a:pt x="4640996" y="44424"/>
                    <a:pt x="4635497" y="39488"/>
                    <a:pt x="4629413" y="34985"/>
                  </a:cubicBezTo>
                  <a:cubicBezTo>
                    <a:pt x="4623330" y="30482"/>
                    <a:pt x="4616661" y="26412"/>
                    <a:pt x="4609524" y="22861"/>
                  </a:cubicBezTo>
                  <a:lnTo>
                    <a:pt x="4611981" y="20177"/>
                  </a:lnTo>
                  <a:lnTo>
                    <a:pt x="4609524" y="22861"/>
                  </a:lnTo>
                  <a:cubicBezTo>
                    <a:pt x="4602388" y="19311"/>
                    <a:pt x="4594783" y="16280"/>
                    <a:pt x="4586828" y="13855"/>
                  </a:cubicBezTo>
                  <a:cubicBezTo>
                    <a:pt x="4578872" y="11430"/>
                    <a:pt x="4570566" y="9525"/>
                    <a:pt x="4562142" y="8313"/>
                  </a:cubicBezTo>
                  <a:cubicBezTo>
                    <a:pt x="4553719" y="7101"/>
                    <a:pt x="4545061" y="6408"/>
                    <a:pt x="4536521" y="6408"/>
                  </a:cubicBezTo>
                  <a:lnTo>
                    <a:pt x="140391" y="6408"/>
                  </a:lnTo>
                  <a:cubicBezTo>
                    <a:pt x="131734" y="6408"/>
                    <a:pt x="123193" y="7014"/>
                    <a:pt x="114770" y="8313"/>
                  </a:cubicBezTo>
                  <a:lnTo>
                    <a:pt x="113951" y="5109"/>
                  </a:lnTo>
                  <a:lnTo>
                    <a:pt x="114770" y="8313"/>
                  </a:lnTo>
                  <a:cubicBezTo>
                    <a:pt x="106346" y="9525"/>
                    <a:pt x="98040" y="11430"/>
                    <a:pt x="90084" y="13855"/>
                  </a:cubicBezTo>
                  <a:lnTo>
                    <a:pt x="88446" y="10824"/>
                  </a:lnTo>
                  <a:lnTo>
                    <a:pt x="90084" y="13855"/>
                  </a:lnTo>
                  <a:cubicBezTo>
                    <a:pt x="82129" y="16280"/>
                    <a:pt x="74524" y="19311"/>
                    <a:pt x="67387" y="22861"/>
                  </a:cubicBezTo>
                  <a:cubicBezTo>
                    <a:pt x="60251" y="26412"/>
                    <a:pt x="53582" y="30482"/>
                    <a:pt x="47499" y="34985"/>
                  </a:cubicBezTo>
                  <a:lnTo>
                    <a:pt x="44340" y="32647"/>
                  </a:lnTo>
                  <a:lnTo>
                    <a:pt x="47499" y="34985"/>
                  </a:lnTo>
                  <a:cubicBezTo>
                    <a:pt x="41415" y="39488"/>
                    <a:pt x="35916" y="44424"/>
                    <a:pt x="31120" y="49706"/>
                  </a:cubicBezTo>
                  <a:lnTo>
                    <a:pt x="27493" y="47888"/>
                  </a:lnTo>
                  <a:lnTo>
                    <a:pt x="31120" y="49706"/>
                  </a:lnTo>
                  <a:cubicBezTo>
                    <a:pt x="26323" y="54989"/>
                    <a:pt x="22228" y="60618"/>
                    <a:pt x="18952" y="66593"/>
                  </a:cubicBezTo>
                  <a:lnTo>
                    <a:pt x="14858" y="65381"/>
                  </a:lnTo>
                  <a:lnTo>
                    <a:pt x="18952" y="66593"/>
                  </a:lnTo>
                  <a:cubicBezTo>
                    <a:pt x="15677" y="72482"/>
                    <a:pt x="13103" y="78630"/>
                    <a:pt x="11465" y="84865"/>
                  </a:cubicBezTo>
                  <a:cubicBezTo>
                    <a:pt x="9827" y="91100"/>
                    <a:pt x="8774" y="97508"/>
                    <a:pt x="8774" y="103916"/>
                  </a:cubicBezTo>
                  <a:lnTo>
                    <a:pt x="8774" y="2058849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959004" y="5787963"/>
            <a:ext cx="6768955" cy="1977294"/>
            <a:chOff x="0" y="0"/>
            <a:chExt cx="7700337" cy="22493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01105" y="46589"/>
              <a:ext cx="7498126" cy="2156184"/>
            </a:xfrm>
            <a:custGeom>
              <a:avLst/>
              <a:gdLst/>
              <a:ahLst/>
              <a:cxnLst/>
              <a:rect r="r" b="b" t="t" l="l"/>
              <a:pathLst>
                <a:path h="2156184" w="7498126">
                  <a:moveTo>
                    <a:pt x="0" y="2055559"/>
                  </a:moveTo>
                  <a:lnTo>
                    <a:pt x="0" y="100626"/>
                  </a:lnTo>
                  <a:cubicBezTo>
                    <a:pt x="0" y="94045"/>
                    <a:pt x="1316" y="87464"/>
                    <a:pt x="4134" y="80969"/>
                  </a:cubicBezTo>
                  <a:cubicBezTo>
                    <a:pt x="6953" y="74474"/>
                    <a:pt x="11088" y="68152"/>
                    <a:pt x="16538" y="62091"/>
                  </a:cubicBezTo>
                  <a:cubicBezTo>
                    <a:pt x="21988" y="56029"/>
                    <a:pt x="28753" y="50140"/>
                    <a:pt x="36646" y="44684"/>
                  </a:cubicBezTo>
                  <a:cubicBezTo>
                    <a:pt x="44539" y="39229"/>
                    <a:pt x="53747" y="34120"/>
                    <a:pt x="63896" y="29443"/>
                  </a:cubicBezTo>
                  <a:cubicBezTo>
                    <a:pt x="74044" y="24767"/>
                    <a:pt x="85131" y="20610"/>
                    <a:pt x="96971" y="16887"/>
                  </a:cubicBezTo>
                  <a:cubicBezTo>
                    <a:pt x="108810" y="13163"/>
                    <a:pt x="121401" y="10132"/>
                    <a:pt x="134744" y="7621"/>
                  </a:cubicBezTo>
                  <a:cubicBezTo>
                    <a:pt x="148087" y="5110"/>
                    <a:pt x="161618" y="3204"/>
                    <a:pt x="175712" y="1905"/>
                  </a:cubicBezTo>
                  <a:cubicBezTo>
                    <a:pt x="189807" y="606"/>
                    <a:pt x="203902" y="0"/>
                    <a:pt x="218372" y="0"/>
                  </a:cubicBezTo>
                  <a:lnTo>
                    <a:pt x="7279755" y="0"/>
                  </a:lnTo>
                  <a:cubicBezTo>
                    <a:pt x="7294037" y="0"/>
                    <a:pt x="7308319" y="606"/>
                    <a:pt x="7322414" y="1905"/>
                  </a:cubicBezTo>
                  <a:cubicBezTo>
                    <a:pt x="7336508" y="3204"/>
                    <a:pt x="7350228" y="5110"/>
                    <a:pt x="7363383" y="7621"/>
                  </a:cubicBezTo>
                  <a:cubicBezTo>
                    <a:pt x="7376537" y="10132"/>
                    <a:pt x="7389316" y="13250"/>
                    <a:pt x="7401156" y="16887"/>
                  </a:cubicBezTo>
                  <a:cubicBezTo>
                    <a:pt x="7412995" y="20524"/>
                    <a:pt x="7424083" y="24767"/>
                    <a:pt x="7434231" y="29443"/>
                  </a:cubicBezTo>
                  <a:cubicBezTo>
                    <a:pt x="7444379" y="34120"/>
                    <a:pt x="7453400" y="39229"/>
                    <a:pt x="7461481" y="44684"/>
                  </a:cubicBezTo>
                  <a:cubicBezTo>
                    <a:pt x="7469562" y="50140"/>
                    <a:pt x="7476139" y="55942"/>
                    <a:pt x="7481589" y="62091"/>
                  </a:cubicBezTo>
                  <a:cubicBezTo>
                    <a:pt x="7487039" y="68239"/>
                    <a:pt x="7491173" y="74474"/>
                    <a:pt x="7493992" y="80969"/>
                  </a:cubicBezTo>
                  <a:cubicBezTo>
                    <a:pt x="7496811" y="87464"/>
                    <a:pt x="7498127" y="93958"/>
                    <a:pt x="7498127" y="100626"/>
                  </a:cubicBezTo>
                  <a:lnTo>
                    <a:pt x="7498127" y="2055559"/>
                  </a:lnTo>
                  <a:cubicBezTo>
                    <a:pt x="7498127" y="2062140"/>
                    <a:pt x="7496811" y="2068722"/>
                    <a:pt x="7493992" y="2075216"/>
                  </a:cubicBezTo>
                  <a:cubicBezTo>
                    <a:pt x="7491173" y="2081711"/>
                    <a:pt x="7487039" y="2088033"/>
                    <a:pt x="7481589" y="2094094"/>
                  </a:cubicBezTo>
                  <a:cubicBezTo>
                    <a:pt x="7476139" y="2100156"/>
                    <a:pt x="7469373" y="2106045"/>
                    <a:pt x="7461481" y="2111501"/>
                  </a:cubicBezTo>
                  <a:cubicBezTo>
                    <a:pt x="7453587" y="2116956"/>
                    <a:pt x="7444379" y="2122066"/>
                    <a:pt x="7434231" y="2126742"/>
                  </a:cubicBezTo>
                  <a:cubicBezTo>
                    <a:pt x="7424083" y="2131418"/>
                    <a:pt x="7412995" y="2135575"/>
                    <a:pt x="7401156" y="2139298"/>
                  </a:cubicBezTo>
                  <a:cubicBezTo>
                    <a:pt x="7389316" y="2143022"/>
                    <a:pt x="7376725" y="2146053"/>
                    <a:pt x="7363383" y="2148564"/>
                  </a:cubicBezTo>
                  <a:cubicBezTo>
                    <a:pt x="7350039" y="2151076"/>
                    <a:pt x="7336508" y="2152981"/>
                    <a:pt x="7322414" y="2154280"/>
                  </a:cubicBezTo>
                  <a:cubicBezTo>
                    <a:pt x="7308319" y="2155579"/>
                    <a:pt x="7294225" y="2156185"/>
                    <a:pt x="7279755" y="2156185"/>
                  </a:cubicBezTo>
                  <a:lnTo>
                    <a:pt x="218372" y="2156185"/>
                  </a:lnTo>
                  <a:cubicBezTo>
                    <a:pt x="204090" y="2156185"/>
                    <a:pt x="189807" y="2155579"/>
                    <a:pt x="175712" y="2154280"/>
                  </a:cubicBezTo>
                  <a:cubicBezTo>
                    <a:pt x="161618" y="2152981"/>
                    <a:pt x="147899" y="2151076"/>
                    <a:pt x="134744" y="2148564"/>
                  </a:cubicBezTo>
                  <a:cubicBezTo>
                    <a:pt x="121589" y="2146053"/>
                    <a:pt x="108810" y="2142935"/>
                    <a:pt x="96971" y="2139298"/>
                  </a:cubicBezTo>
                  <a:cubicBezTo>
                    <a:pt x="85131" y="2135661"/>
                    <a:pt x="74044" y="2131418"/>
                    <a:pt x="63896" y="2126742"/>
                  </a:cubicBezTo>
                  <a:cubicBezTo>
                    <a:pt x="53747" y="2122066"/>
                    <a:pt x="44727" y="2116956"/>
                    <a:pt x="36646" y="2111501"/>
                  </a:cubicBezTo>
                  <a:cubicBezTo>
                    <a:pt x="28565" y="2106045"/>
                    <a:pt x="21988" y="2100243"/>
                    <a:pt x="16538" y="2094094"/>
                  </a:cubicBezTo>
                  <a:cubicBezTo>
                    <a:pt x="11088" y="2087946"/>
                    <a:pt x="6953" y="2081711"/>
                    <a:pt x="4134" y="2075216"/>
                  </a:cubicBezTo>
                  <a:cubicBezTo>
                    <a:pt x="1316" y="2068722"/>
                    <a:pt x="0" y="2062227"/>
                    <a:pt x="0" y="2055559"/>
                  </a:cubicBezTo>
                  <a:close/>
                </a:path>
              </a:pathLst>
            </a:custGeom>
            <a:blipFill>
              <a:blip r:embed="rId4"/>
              <a:stretch>
                <a:fillRect l="-2718" t="-2160" r="-2262" b="-2355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3964" y="43299"/>
              <a:ext cx="7512221" cy="2162679"/>
            </a:xfrm>
            <a:custGeom>
              <a:avLst/>
              <a:gdLst/>
              <a:ahLst/>
              <a:cxnLst/>
              <a:rect r="r" b="b" t="t" l="l"/>
              <a:pathLst>
                <a:path h="2162679" w="7512221">
                  <a:moveTo>
                    <a:pt x="0" y="2058849"/>
                  </a:moveTo>
                  <a:lnTo>
                    <a:pt x="0" y="103916"/>
                  </a:lnTo>
                  <a:lnTo>
                    <a:pt x="7141" y="103916"/>
                  </a:lnTo>
                  <a:lnTo>
                    <a:pt x="0" y="103916"/>
                  </a:lnTo>
                  <a:cubicBezTo>
                    <a:pt x="0" y="97075"/>
                    <a:pt x="1503" y="90321"/>
                    <a:pt x="4322" y="83653"/>
                  </a:cubicBezTo>
                  <a:lnTo>
                    <a:pt x="11275" y="84259"/>
                  </a:lnTo>
                  <a:lnTo>
                    <a:pt x="4322" y="83653"/>
                  </a:lnTo>
                  <a:cubicBezTo>
                    <a:pt x="7141" y="76985"/>
                    <a:pt x="11463" y="70490"/>
                    <a:pt x="17101" y="64168"/>
                  </a:cubicBezTo>
                  <a:cubicBezTo>
                    <a:pt x="22739" y="57847"/>
                    <a:pt x="29692" y="51871"/>
                    <a:pt x="37961" y="46243"/>
                  </a:cubicBezTo>
                  <a:cubicBezTo>
                    <a:pt x="46230" y="40614"/>
                    <a:pt x="55626" y="35331"/>
                    <a:pt x="65962" y="30482"/>
                  </a:cubicBezTo>
                  <a:cubicBezTo>
                    <a:pt x="76486" y="25632"/>
                    <a:pt x="87762" y="21389"/>
                    <a:pt x="100165" y="17579"/>
                  </a:cubicBezTo>
                  <a:lnTo>
                    <a:pt x="104112" y="20263"/>
                  </a:lnTo>
                  <a:lnTo>
                    <a:pt x="100165" y="17579"/>
                  </a:lnTo>
                  <a:cubicBezTo>
                    <a:pt x="112569" y="13769"/>
                    <a:pt x="125536" y="10564"/>
                    <a:pt x="139066" y="7967"/>
                  </a:cubicBezTo>
                  <a:cubicBezTo>
                    <a:pt x="152785" y="5369"/>
                    <a:pt x="166880" y="3377"/>
                    <a:pt x="181350" y="2078"/>
                  </a:cubicBezTo>
                  <a:cubicBezTo>
                    <a:pt x="196008" y="692"/>
                    <a:pt x="210667" y="0"/>
                    <a:pt x="225513" y="0"/>
                  </a:cubicBezTo>
                  <a:lnTo>
                    <a:pt x="225513" y="3290"/>
                  </a:lnTo>
                  <a:lnTo>
                    <a:pt x="225513" y="0"/>
                  </a:lnTo>
                  <a:lnTo>
                    <a:pt x="7286896" y="0"/>
                  </a:lnTo>
                  <a:lnTo>
                    <a:pt x="7286896" y="3290"/>
                  </a:lnTo>
                  <a:lnTo>
                    <a:pt x="7286896" y="0"/>
                  </a:lnTo>
                  <a:cubicBezTo>
                    <a:pt x="7301742" y="0"/>
                    <a:pt x="7316400" y="692"/>
                    <a:pt x="7330870" y="1991"/>
                  </a:cubicBezTo>
                  <a:lnTo>
                    <a:pt x="7329555" y="5195"/>
                  </a:lnTo>
                  <a:lnTo>
                    <a:pt x="7330870" y="1991"/>
                  </a:lnTo>
                  <a:cubicBezTo>
                    <a:pt x="7345341" y="3290"/>
                    <a:pt x="7359435" y="5282"/>
                    <a:pt x="7373155" y="7880"/>
                  </a:cubicBezTo>
                  <a:lnTo>
                    <a:pt x="7370524" y="10911"/>
                  </a:lnTo>
                  <a:lnTo>
                    <a:pt x="7373155" y="7880"/>
                  </a:lnTo>
                  <a:cubicBezTo>
                    <a:pt x="7386873" y="10478"/>
                    <a:pt x="7399841" y="13682"/>
                    <a:pt x="7412055" y="17492"/>
                  </a:cubicBezTo>
                  <a:cubicBezTo>
                    <a:pt x="7424458" y="21303"/>
                    <a:pt x="7435735" y="25632"/>
                    <a:pt x="7446259" y="30395"/>
                  </a:cubicBezTo>
                  <a:lnTo>
                    <a:pt x="7441184" y="32733"/>
                  </a:lnTo>
                  <a:lnTo>
                    <a:pt x="7446259" y="30395"/>
                  </a:lnTo>
                  <a:cubicBezTo>
                    <a:pt x="7456782" y="35245"/>
                    <a:pt x="7465991" y="40441"/>
                    <a:pt x="7474259" y="46156"/>
                  </a:cubicBezTo>
                  <a:cubicBezTo>
                    <a:pt x="7482529" y="51871"/>
                    <a:pt x="7489482" y="57847"/>
                    <a:pt x="7495119" y="64082"/>
                  </a:cubicBezTo>
                  <a:cubicBezTo>
                    <a:pt x="7500758" y="70403"/>
                    <a:pt x="7505079" y="76898"/>
                    <a:pt x="7507898" y="83566"/>
                  </a:cubicBezTo>
                  <a:lnTo>
                    <a:pt x="7500945" y="84172"/>
                  </a:lnTo>
                  <a:lnTo>
                    <a:pt x="7507898" y="83566"/>
                  </a:lnTo>
                  <a:cubicBezTo>
                    <a:pt x="7510718" y="90234"/>
                    <a:pt x="7512221" y="96989"/>
                    <a:pt x="7512221" y="103830"/>
                  </a:cubicBezTo>
                  <a:lnTo>
                    <a:pt x="7512221" y="2058849"/>
                  </a:lnTo>
                  <a:cubicBezTo>
                    <a:pt x="7512221" y="2065690"/>
                    <a:pt x="7510718" y="2072445"/>
                    <a:pt x="7507898" y="2079113"/>
                  </a:cubicBezTo>
                  <a:lnTo>
                    <a:pt x="7500945" y="2078506"/>
                  </a:lnTo>
                  <a:lnTo>
                    <a:pt x="7507898" y="2079113"/>
                  </a:lnTo>
                  <a:cubicBezTo>
                    <a:pt x="7505079" y="2085781"/>
                    <a:pt x="7500758" y="2092275"/>
                    <a:pt x="7495119" y="2098597"/>
                  </a:cubicBezTo>
                  <a:lnTo>
                    <a:pt x="7488542" y="2097384"/>
                  </a:lnTo>
                  <a:lnTo>
                    <a:pt x="7495119" y="2098597"/>
                  </a:lnTo>
                  <a:cubicBezTo>
                    <a:pt x="7489482" y="2104919"/>
                    <a:pt x="7482529" y="2110894"/>
                    <a:pt x="7474259" y="2116523"/>
                  </a:cubicBezTo>
                  <a:cubicBezTo>
                    <a:pt x="7465991" y="2122238"/>
                    <a:pt x="7456595" y="2127434"/>
                    <a:pt x="7446259" y="2132283"/>
                  </a:cubicBezTo>
                  <a:cubicBezTo>
                    <a:pt x="7435735" y="2137133"/>
                    <a:pt x="7424458" y="2141376"/>
                    <a:pt x="7412055" y="2145186"/>
                  </a:cubicBezTo>
                  <a:cubicBezTo>
                    <a:pt x="7399652" y="2148997"/>
                    <a:pt x="7386685" y="2152201"/>
                    <a:pt x="7373155" y="2154799"/>
                  </a:cubicBezTo>
                  <a:cubicBezTo>
                    <a:pt x="7359435" y="2157397"/>
                    <a:pt x="7345341" y="2159388"/>
                    <a:pt x="7330870" y="2160687"/>
                  </a:cubicBezTo>
                  <a:lnTo>
                    <a:pt x="7329555" y="2157483"/>
                  </a:lnTo>
                  <a:lnTo>
                    <a:pt x="7330870" y="2160687"/>
                  </a:lnTo>
                  <a:cubicBezTo>
                    <a:pt x="7316400" y="2161986"/>
                    <a:pt x="7301742" y="2162679"/>
                    <a:pt x="7286896" y="2162679"/>
                  </a:cubicBezTo>
                  <a:lnTo>
                    <a:pt x="225513" y="2162679"/>
                  </a:lnTo>
                  <a:cubicBezTo>
                    <a:pt x="210667" y="2162679"/>
                    <a:pt x="196008" y="2161986"/>
                    <a:pt x="181538" y="2160687"/>
                  </a:cubicBezTo>
                  <a:cubicBezTo>
                    <a:pt x="167068" y="2159388"/>
                    <a:pt x="152973" y="2157397"/>
                    <a:pt x="139254" y="2154799"/>
                  </a:cubicBezTo>
                  <a:cubicBezTo>
                    <a:pt x="125536" y="2152201"/>
                    <a:pt x="112569" y="2148997"/>
                    <a:pt x="100353" y="2145186"/>
                  </a:cubicBezTo>
                  <a:cubicBezTo>
                    <a:pt x="87950" y="2141376"/>
                    <a:pt x="76674" y="2137046"/>
                    <a:pt x="66150" y="2132283"/>
                  </a:cubicBezTo>
                  <a:cubicBezTo>
                    <a:pt x="55626" y="2127434"/>
                    <a:pt x="46418" y="2122238"/>
                    <a:pt x="38149" y="2116523"/>
                  </a:cubicBezTo>
                  <a:lnTo>
                    <a:pt x="43975" y="2114704"/>
                  </a:lnTo>
                  <a:lnTo>
                    <a:pt x="38149" y="2116523"/>
                  </a:lnTo>
                  <a:cubicBezTo>
                    <a:pt x="29880" y="2110807"/>
                    <a:pt x="22927" y="2104832"/>
                    <a:pt x="17289" y="2098597"/>
                  </a:cubicBezTo>
                  <a:cubicBezTo>
                    <a:pt x="11651" y="2092275"/>
                    <a:pt x="7329" y="2085781"/>
                    <a:pt x="4510" y="2079113"/>
                  </a:cubicBezTo>
                  <a:cubicBezTo>
                    <a:pt x="1691" y="2072445"/>
                    <a:pt x="188" y="2065690"/>
                    <a:pt x="188" y="2058849"/>
                  </a:cubicBezTo>
                  <a:lnTo>
                    <a:pt x="7329" y="2058849"/>
                  </a:lnTo>
                  <a:lnTo>
                    <a:pt x="0" y="2058849"/>
                  </a:lnTo>
                  <a:moveTo>
                    <a:pt x="14094" y="2058849"/>
                  </a:moveTo>
                  <a:cubicBezTo>
                    <a:pt x="14094" y="2065257"/>
                    <a:pt x="15410" y="2071579"/>
                    <a:pt x="18229" y="2077814"/>
                  </a:cubicBezTo>
                  <a:lnTo>
                    <a:pt x="11275" y="2078420"/>
                  </a:lnTo>
                  <a:lnTo>
                    <a:pt x="18229" y="2077814"/>
                  </a:lnTo>
                  <a:cubicBezTo>
                    <a:pt x="20860" y="2084049"/>
                    <a:pt x="24994" y="2090197"/>
                    <a:pt x="30256" y="2096086"/>
                  </a:cubicBezTo>
                  <a:lnTo>
                    <a:pt x="23679" y="2097298"/>
                  </a:lnTo>
                  <a:lnTo>
                    <a:pt x="30256" y="2096086"/>
                  </a:lnTo>
                  <a:cubicBezTo>
                    <a:pt x="35518" y="2101974"/>
                    <a:pt x="42096" y="2107603"/>
                    <a:pt x="49801" y="2112885"/>
                  </a:cubicBezTo>
                  <a:cubicBezTo>
                    <a:pt x="57506" y="2118168"/>
                    <a:pt x="66338" y="2123104"/>
                    <a:pt x="76111" y="2127607"/>
                  </a:cubicBezTo>
                  <a:lnTo>
                    <a:pt x="71037" y="2129945"/>
                  </a:lnTo>
                  <a:lnTo>
                    <a:pt x="76111" y="2127607"/>
                  </a:lnTo>
                  <a:cubicBezTo>
                    <a:pt x="85883" y="2132110"/>
                    <a:pt x="96595" y="2136180"/>
                    <a:pt x="108058" y="2139731"/>
                  </a:cubicBezTo>
                  <a:lnTo>
                    <a:pt x="104112" y="2142415"/>
                  </a:lnTo>
                  <a:lnTo>
                    <a:pt x="108058" y="2139731"/>
                  </a:lnTo>
                  <a:cubicBezTo>
                    <a:pt x="119522" y="2143281"/>
                    <a:pt x="131737" y="2146312"/>
                    <a:pt x="144704" y="2148737"/>
                  </a:cubicBezTo>
                  <a:lnTo>
                    <a:pt x="142073" y="2151768"/>
                  </a:lnTo>
                  <a:lnTo>
                    <a:pt x="144704" y="2148737"/>
                  </a:lnTo>
                  <a:cubicBezTo>
                    <a:pt x="157483" y="2151161"/>
                    <a:pt x="170826" y="2153067"/>
                    <a:pt x="184357" y="2154279"/>
                  </a:cubicBezTo>
                  <a:lnTo>
                    <a:pt x="183041" y="2157483"/>
                  </a:lnTo>
                  <a:lnTo>
                    <a:pt x="184357" y="2154279"/>
                  </a:lnTo>
                  <a:cubicBezTo>
                    <a:pt x="197888" y="2155491"/>
                    <a:pt x="211794" y="2156184"/>
                    <a:pt x="225513" y="2156184"/>
                  </a:cubicBezTo>
                  <a:lnTo>
                    <a:pt x="225513" y="2159388"/>
                  </a:lnTo>
                  <a:lnTo>
                    <a:pt x="225513" y="2156271"/>
                  </a:lnTo>
                  <a:lnTo>
                    <a:pt x="7286896" y="2156271"/>
                  </a:lnTo>
                  <a:lnTo>
                    <a:pt x="7286896" y="2159562"/>
                  </a:lnTo>
                  <a:lnTo>
                    <a:pt x="7286896" y="2156357"/>
                  </a:lnTo>
                  <a:cubicBezTo>
                    <a:pt x="7300802" y="2156357"/>
                    <a:pt x="7314521" y="2155751"/>
                    <a:pt x="7328052" y="2154452"/>
                  </a:cubicBezTo>
                  <a:cubicBezTo>
                    <a:pt x="7341583" y="2153240"/>
                    <a:pt x="7354926" y="2151335"/>
                    <a:pt x="7367705" y="2148910"/>
                  </a:cubicBezTo>
                  <a:lnTo>
                    <a:pt x="7370335" y="2151941"/>
                  </a:lnTo>
                  <a:lnTo>
                    <a:pt x="7367705" y="2148910"/>
                  </a:lnTo>
                  <a:cubicBezTo>
                    <a:pt x="7380484" y="2146485"/>
                    <a:pt x="7392699" y="2143454"/>
                    <a:pt x="7404350" y="2139904"/>
                  </a:cubicBezTo>
                  <a:lnTo>
                    <a:pt x="7408297" y="2142588"/>
                  </a:lnTo>
                  <a:lnTo>
                    <a:pt x="7404350" y="2139904"/>
                  </a:lnTo>
                  <a:cubicBezTo>
                    <a:pt x="7415814" y="2136353"/>
                    <a:pt x="7426526" y="2132283"/>
                    <a:pt x="7436298" y="2127780"/>
                  </a:cubicBezTo>
                  <a:lnTo>
                    <a:pt x="7441372" y="2130118"/>
                  </a:lnTo>
                  <a:lnTo>
                    <a:pt x="7436298" y="2127780"/>
                  </a:lnTo>
                  <a:cubicBezTo>
                    <a:pt x="7446070" y="2123277"/>
                    <a:pt x="7454903" y="2118341"/>
                    <a:pt x="7462608" y="2113059"/>
                  </a:cubicBezTo>
                  <a:lnTo>
                    <a:pt x="7468434" y="2114877"/>
                  </a:lnTo>
                  <a:lnTo>
                    <a:pt x="7462608" y="2113059"/>
                  </a:lnTo>
                  <a:cubicBezTo>
                    <a:pt x="7470313" y="2107776"/>
                    <a:pt x="7476891" y="2102147"/>
                    <a:pt x="7482153" y="2096172"/>
                  </a:cubicBezTo>
                  <a:cubicBezTo>
                    <a:pt x="7487414" y="2090284"/>
                    <a:pt x="7491549" y="2084135"/>
                    <a:pt x="7494180" y="2077900"/>
                  </a:cubicBezTo>
                  <a:cubicBezTo>
                    <a:pt x="7496811" y="2071665"/>
                    <a:pt x="7498314" y="2065257"/>
                    <a:pt x="7498314" y="2058935"/>
                  </a:cubicBezTo>
                  <a:lnTo>
                    <a:pt x="7505268" y="2058935"/>
                  </a:lnTo>
                  <a:lnTo>
                    <a:pt x="7498314" y="2058935"/>
                  </a:lnTo>
                  <a:lnTo>
                    <a:pt x="7498314" y="103916"/>
                  </a:lnTo>
                  <a:lnTo>
                    <a:pt x="7505456" y="103916"/>
                  </a:lnTo>
                  <a:lnTo>
                    <a:pt x="7498314" y="103916"/>
                  </a:lnTo>
                  <a:cubicBezTo>
                    <a:pt x="7498314" y="97508"/>
                    <a:pt x="7496998" y="91187"/>
                    <a:pt x="7494180" y="84865"/>
                  </a:cubicBezTo>
                  <a:cubicBezTo>
                    <a:pt x="7491549" y="78630"/>
                    <a:pt x="7487414" y="72482"/>
                    <a:pt x="7482153" y="66593"/>
                  </a:cubicBezTo>
                  <a:lnTo>
                    <a:pt x="7488730" y="65381"/>
                  </a:lnTo>
                  <a:lnTo>
                    <a:pt x="7482153" y="66593"/>
                  </a:lnTo>
                  <a:cubicBezTo>
                    <a:pt x="7476891" y="60704"/>
                    <a:pt x="7470313" y="55075"/>
                    <a:pt x="7462608" y="49706"/>
                  </a:cubicBezTo>
                  <a:lnTo>
                    <a:pt x="7468434" y="47888"/>
                  </a:lnTo>
                  <a:lnTo>
                    <a:pt x="7462608" y="49706"/>
                  </a:lnTo>
                  <a:cubicBezTo>
                    <a:pt x="7454903" y="44424"/>
                    <a:pt x="7446070" y="39488"/>
                    <a:pt x="7436298" y="34985"/>
                  </a:cubicBezTo>
                  <a:cubicBezTo>
                    <a:pt x="7426526" y="30482"/>
                    <a:pt x="7415814" y="26412"/>
                    <a:pt x="7404350" y="22861"/>
                  </a:cubicBezTo>
                  <a:lnTo>
                    <a:pt x="7408297" y="20177"/>
                  </a:lnTo>
                  <a:lnTo>
                    <a:pt x="7404350" y="22861"/>
                  </a:lnTo>
                  <a:cubicBezTo>
                    <a:pt x="7392887" y="19311"/>
                    <a:pt x="7380671" y="16280"/>
                    <a:pt x="7367892" y="13855"/>
                  </a:cubicBezTo>
                  <a:cubicBezTo>
                    <a:pt x="7355113" y="11430"/>
                    <a:pt x="7341771" y="9525"/>
                    <a:pt x="7328240" y="8313"/>
                  </a:cubicBezTo>
                  <a:cubicBezTo>
                    <a:pt x="7314709" y="7101"/>
                    <a:pt x="7300802" y="6408"/>
                    <a:pt x="7287084" y="6408"/>
                  </a:cubicBezTo>
                  <a:lnTo>
                    <a:pt x="225513" y="6408"/>
                  </a:lnTo>
                  <a:cubicBezTo>
                    <a:pt x="211606" y="6408"/>
                    <a:pt x="197888" y="7014"/>
                    <a:pt x="184357" y="8313"/>
                  </a:cubicBezTo>
                  <a:lnTo>
                    <a:pt x="183041" y="5109"/>
                  </a:lnTo>
                  <a:lnTo>
                    <a:pt x="184357" y="8313"/>
                  </a:lnTo>
                  <a:cubicBezTo>
                    <a:pt x="170826" y="9525"/>
                    <a:pt x="157483" y="11430"/>
                    <a:pt x="144704" y="13855"/>
                  </a:cubicBezTo>
                  <a:lnTo>
                    <a:pt x="142073" y="10824"/>
                  </a:lnTo>
                  <a:lnTo>
                    <a:pt x="144704" y="13855"/>
                  </a:lnTo>
                  <a:cubicBezTo>
                    <a:pt x="131925" y="16280"/>
                    <a:pt x="119710" y="19311"/>
                    <a:pt x="108246" y="22861"/>
                  </a:cubicBezTo>
                  <a:cubicBezTo>
                    <a:pt x="96783" y="26412"/>
                    <a:pt x="86071" y="30482"/>
                    <a:pt x="76298" y="34985"/>
                  </a:cubicBezTo>
                  <a:lnTo>
                    <a:pt x="71224" y="32647"/>
                  </a:lnTo>
                  <a:lnTo>
                    <a:pt x="76298" y="34985"/>
                  </a:lnTo>
                  <a:cubicBezTo>
                    <a:pt x="66526" y="39488"/>
                    <a:pt x="57694" y="44424"/>
                    <a:pt x="49989" y="49706"/>
                  </a:cubicBezTo>
                  <a:lnTo>
                    <a:pt x="44163" y="47888"/>
                  </a:lnTo>
                  <a:lnTo>
                    <a:pt x="49989" y="49706"/>
                  </a:lnTo>
                  <a:cubicBezTo>
                    <a:pt x="42284" y="54989"/>
                    <a:pt x="35706" y="60618"/>
                    <a:pt x="30444" y="66593"/>
                  </a:cubicBezTo>
                  <a:lnTo>
                    <a:pt x="23867" y="65381"/>
                  </a:lnTo>
                  <a:lnTo>
                    <a:pt x="30444" y="66593"/>
                  </a:lnTo>
                  <a:cubicBezTo>
                    <a:pt x="25182" y="72482"/>
                    <a:pt x="21048" y="78630"/>
                    <a:pt x="18417" y="84865"/>
                  </a:cubicBezTo>
                  <a:cubicBezTo>
                    <a:pt x="15786" y="91100"/>
                    <a:pt x="14094" y="97508"/>
                    <a:pt x="14094" y="103916"/>
                  </a:cubicBezTo>
                  <a:lnTo>
                    <a:pt x="14094" y="2058849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88462" y="6264041"/>
            <a:ext cx="4364337" cy="832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2"/>
              </a:lnSpc>
            </a:pPr>
            <a:r>
              <a:rPr lang="en-US" b="true" sz="4880">
                <a:solidFill>
                  <a:srgbClr val="1976D2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원가의 </a:t>
            </a:r>
            <a:r>
              <a:rPr lang="en-US" b="true" sz="4880">
                <a:solidFill>
                  <a:srgbClr val="1976D2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30~50%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039453" y="291894"/>
            <a:ext cx="2005681" cy="736806"/>
            <a:chOff x="0" y="0"/>
            <a:chExt cx="6123054" cy="22493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80395" y="46589"/>
              <a:ext cx="5962263" cy="2156184"/>
            </a:xfrm>
            <a:custGeom>
              <a:avLst/>
              <a:gdLst/>
              <a:ahLst/>
              <a:cxnLst/>
              <a:rect r="r" b="b" t="t" l="l"/>
              <a:pathLst>
                <a:path h="2156184" w="5962263">
                  <a:moveTo>
                    <a:pt x="0" y="2055559"/>
                  </a:moveTo>
                  <a:lnTo>
                    <a:pt x="0" y="100626"/>
                  </a:lnTo>
                  <a:cubicBezTo>
                    <a:pt x="0" y="94045"/>
                    <a:pt x="1046" y="87464"/>
                    <a:pt x="3288" y="80969"/>
                  </a:cubicBezTo>
                  <a:cubicBezTo>
                    <a:pt x="5529" y="74474"/>
                    <a:pt x="8817" y="68152"/>
                    <a:pt x="13151" y="62091"/>
                  </a:cubicBezTo>
                  <a:cubicBezTo>
                    <a:pt x="17484" y="56029"/>
                    <a:pt x="22864" y="50140"/>
                    <a:pt x="29140" y="44684"/>
                  </a:cubicBezTo>
                  <a:cubicBezTo>
                    <a:pt x="35416" y="39229"/>
                    <a:pt x="42739" y="34120"/>
                    <a:pt x="50808" y="29443"/>
                  </a:cubicBezTo>
                  <a:cubicBezTo>
                    <a:pt x="58877" y="24767"/>
                    <a:pt x="67694" y="20610"/>
                    <a:pt x="77108" y="16887"/>
                  </a:cubicBezTo>
                  <a:cubicBezTo>
                    <a:pt x="86523" y="13163"/>
                    <a:pt x="96535" y="10132"/>
                    <a:pt x="107145" y="7621"/>
                  </a:cubicBezTo>
                  <a:cubicBezTo>
                    <a:pt x="117754" y="5110"/>
                    <a:pt x="128514" y="3204"/>
                    <a:pt x="139721" y="1905"/>
                  </a:cubicBezTo>
                  <a:cubicBezTo>
                    <a:pt x="150929" y="606"/>
                    <a:pt x="162136" y="0"/>
                    <a:pt x="173643" y="0"/>
                  </a:cubicBezTo>
                  <a:lnTo>
                    <a:pt x="5788622" y="0"/>
                  </a:lnTo>
                  <a:cubicBezTo>
                    <a:pt x="5799979" y="0"/>
                    <a:pt x="5811335" y="606"/>
                    <a:pt x="5822543" y="1905"/>
                  </a:cubicBezTo>
                  <a:cubicBezTo>
                    <a:pt x="5833750" y="3204"/>
                    <a:pt x="5844659" y="5110"/>
                    <a:pt x="5855120" y="7621"/>
                  </a:cubicBezTo>
                  <a:cubicBezTo>
                    <a:pt x="5865580" y="10132"/>
                    <a:pt x="5875741" y="13250"/>
                    <a:pt x="5885156" y="16887"/>
                  </a:cubicBezTo>
                  <a:cubicBezTo>
                    <a:pt x="5894570" y="20524"/>
                    <a:pt x="5903387" y="24767"/>
                    <a:pt x="5911456" y="29443"/>
                  </a:cubicBezTo>
                  <a:cubicBezTo>
                    <a:pt x="5919526" y="34120"/>
                    <a:pt x="5926698" y="39229"/>
                    <a:pt x="5933124" y="44684"/>
                  </a:cubicBezTo>
                  <a:cubicBezTo>
                    <a:pt x="5939550" y="50140"/>
                    <a:pt x="5944780" y="55942"/>
                    <a:pt x="5949113" y="62091"/>
                  </a:cubicBezTo>
                  <a:cubicBezTo>
                    <a:pt x="5953447" y="68239"/>
                    <a:pt x="5956735" y="74474"/>
                    <a:pt x="5958976" y="80969"/>
                  </a:cubicBezTo>
                  <a:cubicBezTo>
                    <a:pt x="5961218" y="87464"/>
                    <a:pt x="5962264" y="93958"/>
                    <a:pt x="5962264" y="100626"/>
                  </a:cubicBezTo>
                  <a:lnTo>
                    <a:pt x="5962264" y="2055559"/>
                  </a:lnTo>
                  <a:cubicBezTo>
                    <a:pt x="5962264" y="2062140"/>
                    <a:pt x="5961218" y="2068722"/>
                    <a:pt x="5958976" y="2075216"/>
                  </a:cubicBezTo>
                  <a:cubicBezTo>
                    <a:pt x="5956735" y="2081711"/>
                    <a:pt x="5953447" y="2088033"/>
                    <a:pt x="5949113" y="2094094"/>
                  </a:cubicBezTo>
                  <a:cubicBezTo>
                    <a:pt x="5944780" y="2100156"/>
                    <a:pt x="5939400" y="2106045"/>
                    <a:pt x="5933124" y="2111501"/>
                  </a:cubicBezTo>
                  <a:cubicBezTo>
                    <a:pt x="5926848" y="2116956"/>
                    <a:pt x="5919526" y="2122066"/>
                    <a:pt x="5911456" y="2126742"/>
                  </a:cubicBezTo>
                  <a:cubicBezTo>
                    <a:pt x="5903387" y="2131418"/>
                    <a:pt x="5894570" y="2135575"/>
                    <a:pt x="5885156" y="2139298"/>
                  </a:cubicBezTo>
                  <a:cubicBezTo>
                    <a:pt x="5875741" y="2143022"/>
                    <a:pt x="5865729" y="2146053"/>
                    <a:pt x="5855120" y="2148564"/>
                  </a:cubicBezTo>
                  <a:cubicBezTo>
                    <a:pt x="5844510" y="2151076"/>
                    <a:pt x="5833750" y="2152981"/>
                    <a:pt x="5822543" y="2154280"/>
                  </a:cubicBezTo>
                  <a:cubicBezTo>
                    <a:pt x="5811335" y="2155579"/>
                    <a:pt x="5800128" y="2156185"/>
                    <a:pt x="5788622" y="2156185"/>
                  </a:cubicBezTo>
                  <a:lnTo>
                    <a:pt x="173643" y="2156185"/>
                  </a:lnTo>
                  <a:cubicBezTo>
                    <a:pt x="162286" y="2156185"/>
                    <a:pt x="150929" y="2155579"/>
                    <a:pt x="139721" y="2154280"/>
                  </a:cubicBezTo>
                  <a:cubicBezTo>
                    <a:pt x="128514" y="2152981"/>
                    <a:pt x="117605" y="2151076"/>
                    <a:pt x="107145" y="2148564"/>
                  </a:cubicBezTo>
                  <a:cubicBezTo>
                    <a:pt x="96684" y="2146053"/>
                    <a:pt x="86523" y="2142935"/>
                    <a:pt x="77108" y="2139298"/>
                  </a:cubicBezTo>
                  <a:cubicBezTo>
                    <a:pt x="67694" y="2135661"/>
                    <a:pt x="58877" y="2131418"/>
                    <a:pt x="50808" y="2126742"/>
                  </a:cubicBezTo>
                  <a:cubicBezTo>
                    <a:pt x="42739" y="2122066"/>
                    <a:pt x="35566" y="2116956"/>
                    <a:pt x="29140" y="2111501"/>
                  </a:cubicBezTo>
                  <a:cubicBezTo>
                    <a:pt x="22714" y="2106045"/>
                    <a:pt x="17484" y="2100243"/>
                    <a:pt x="13151" y="2094094"/>
                  </a:cubicBezTo>
                  <a:cubicBezTo>
                    <a:pt x="8817" y="2087946"/>
                    <a:pt x="5529" y="2081711"/>
                    <a:pt x="3288" y="2075216"/>
                  </a:cubicBezTo>
                  <a:cubicBezTo>
                    <a:pt x="1046" y="2068722"/>
                    <a:pt x="0" y="2062227"/>
                    <a:pt x="0" y="2055559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4717" y="43299"/>
              <a:ext cx="5973470" cy="2162679"/>
            </a:xfrm>
            <a:custGeom>
              <a:avLst/>
              <a:gdLst/>
              <a:ahLst/>
              <a:cxnLst/>
              <a:rect r="r" b="b" t="t" l="l"/>
              <a:pathLst>
                <a:path h="2162679" w="5973470">
                  <a:moveTo>
                    <a:pt x="0" y="2058849"/>
                  </a:moveTo>
                  <a:lnTo>
                    <a:pt x="0" y="103916"/>
                  </a:lnTo>
                  <a:lnTo>
                    <a:pt x="5678" y="103916"/>
                  </a:lnTo>
                  <a:lnTo>
                    <a:pt x="0" y="103916"/>
                  </a:lnTo>
                  <a:cubicBezTo>
                    <a:pt x="0" y="97075"/>
                    <a:pt x="1195" y="90321"/>
                    <a:pt x="3437" y="83653"/>
                  </a:cubicBezTo>
                  <a:lnTo>
                    <a:pt x="8966" y="84259"/>
                  </a:lnTo>
                  <a:lnTo>
                    <a:pt x="3437" y="83653"/>
                  </a:lnTo>
                  <a:cubicBezTo>
                    <a:pt x="5678" y="76985"/>
                    <a:pt x="9115" y="70490"/>
                    <a:pt x="13598" y="64168"/>
                  </a:cubicBezTo>
                  <a:cubicBezTo>
                    <a:pt x="18081" y="57847"/>
                    <a:pt x="23611" y="51871"/>
                    <a:pt x="30186" y="46243"/>
                  </a:cubicBezTo>
                  <a:cubicBezTo>
                    <a:pt x="36761" y="40614"/>
                    <a:pt x="44232" y="35331"/>
                    <a:pt x="52451" y="30482"/>
                  </a:cubicBezTo>
                  <a:cubicBezTo>
                    <a:pt x="60820" y="25632"/>
                    <a:pt x="69786" y="21389"/>
                    <a:pt x="79648" y="17579"/>
                  </a:cubicBezTo>
                  <a:lnTo>
                    <a:pt x="82786" y="20263"/>
                  </a:lnTo>
                  <a:lnTo>
                    <a:pt x="79648" y="17579"/>
                  </a:lnTo>
                  <a:cubicBezTo>
                    <a:pt x="89511" y="13769"/>
                    <a:pt x="99822" y="10564"/>
                    <a:pt x="110581" y="7967"/>
                  </a:cubicBezTo>
                  <a:cubicBezTo>
                    <a:pt x="121490" y="5369"/>
                    <a:pt x="132697" y="3377"/>
                    <a:pt x="144204" y="2078"/>
                  </a:cubicBezTo>
                  <a:cubicBezTo>
                    <a:pt x="155860" y="692"/>
                    <a:pt x="167515" y="0"/>
                    <a:pt x="179321" y="0"/>
                  </a:cubicBezTo>
                  <a:lnTo>
                    <a:pt x="179321" y="3290"/>
                  </a:lnTo>
                  <a:lnTo>
                    <a:pt x="179321" y="0"/>
                  </a:lnTo>
                  <a:lnTo>
                    <a:pt x="5794300" y="0"/>
                  </a:lnTo>
                  <a:lnTo>
                    <a:pt x="5794300" y="3290"/>
                  </a:lnTo>
                  <a:lnTo>
                    <a:pt x="5794300" y="0"/>
                  </a:lnTo>
                  <a:cubicBezTo>
                    <a:pt x="5806105" y="0"/>
                    <a:pt x="5817761" y="692"/>
                    <a:pt x="5829267" y="1991"/>
                  </a:cubicBezTo>
                  <a:lnTo>
                    <a:pt x="5828221" y="5195"/>
                  </a:lnTo>
                  <a:lnTo>
                    <a:pt x="5829267" y="1991"/>
                  </a:lnTo>
                  <a:cubicBezTo>
                    <a:pt x="5840773" y="3290"/>
                    <a:pt x="5851981" y="5282"/>
                    <a:pt x="5862890" y="7880"/>
                  </a:cubicBezTo>
                  <a:lnTo>
                    <a:pt x="5860798" y="10911"/>
                  </a:lnTo>
                  <a:lnTo>
                    <a:pt x="5862890" y="7880"/>
                  </a:lnTo>
                  <a:cubicBezTo>
                    <a:pt x="5873799" y="10478"/>
                    <a:pt x="5884109" y="13682"/>
                    <a:pt x="5893823" y="17492"/>
                  </a:cubicBezTo>
                  <a:cubicBezTo>
                    <a:pt x="5903685" y="21303"/>
                    <a:pt x="5912651" y="25632"/>
                    <a:pt x="5921020" y="30395"/>
                  </a:cubicBezTo>
                  <a:lnTo>
                    <a:pt x="5916985" y="32733"/>
                  </a:lnTo>
                  <a:lnTo>
                    <a:pt x="5921020" y="30395"/>
                  </a:lnTo>
                  <a:cubicBezTo>
                    <a:pt x="5929388" y="35245"/>
                    <a:pt x="5936710" y="40441"/>
                    <a:pt x="5943285" y="46156"/>
                  </a:cubicBezTo>
                  <a:cubicBezTo>
                    <a:pt x="5949860" y="51871"/>
                    <a:pt x="5955389" y="57847"/>
                    <a:pt x="5959872" y="64082"/>
                  </a:cubicBezTo>
                  <a:cubicBezTo>
                    <a:pt x="5964355" y="70403"/>
                    <a:pt x="5967792" y="76898"/>
                    <a:pt x="5970034" y="83566"/>
                  </a:cubicBezTo>
                  <a:lnTo>
                    <a:pt x="5964505" y="84172"/>
                  </a:lnTo>
                  <a:lnTo>
                    <a:pt x="5970034" y="83566"/>
                  </a:lnTo>
                  <a:cubicBezTo>
                    <a:pt x="5972275" y="90234"/>
                    <a:pt x="5973470" y="96989"/>
                    <a:pt x="5973470" y="103830"/>
                  </a:cubicBezTo>
                  <a:lnTo>
                    <a:pt x="5973470" y="2058849"/>
                  </a:lnTo>
                  <a:cubicBezTo>
                    <a:pt x="5973470" y="2065690"/>
                    <a:pt x="5972275" y="2072445"/>
                    <a:pt x="5970034" y="2079113"/>
                  </a:cubicBezTo>
                  <a:lnTo>
                    <a:pt x="5964505" y="2078506"/>
                  </a:lnTo>
                  <a:lnTo>
                    <a:pt x="5970034" y="2079113"/>
                  </a:lnTo>
                  <a:cubicBezTo>
                    <a:pt x="5967792" y="2085781"/>
                    <a:pt x="5964355" y="2092275"/>
                    <a:pt x="5959872" y="2098597"/>
                  </a:cubicBezTo>
                  <a:lnTo>
                    <a:pt x="5954642" y="2097384"/>
                  </a:lnTo>
                  <a:lnTo>
                    <a:pt x="5959872" y="2098597"/>
                  </a:lnTo>
                  <a:cubicBezTo>
                    <a:pt x="5955389" y="2104919"/>
                    <a:pt x="5949860" y="2110894"/>
                    <a:pt x="5943285" y="2116523"/>
                  </a:cubicBezTo>
                  <a:cubicBezTo>
                    <a:pt x="5936710" y="2122238"/>
                    <a:pt x="5929238" y="2127434"/>
                    <a:pt x="5921020" y="2132283"/>
                  </a:cubicBezTo>
                  <a:cubicBezTo>
                    <a:pt x="5912651" y="2137133"/>
                    <a:pt x="5903685" y="2141376"/>
                    <a:pt x="5893823" y="2145186"/>
                  </a:cubicBezTo>
                  <a:cubicBezTo>
                    <a:pt x="5883960" y="2148997"/>
                    <a:pt x="5873649" y="2152201"/>
                    <a:pt x="5862890" y="2154799"/>
                  </a:cubicBezTo>
                  <a:cubicBezTo>
                    <a:pt x="5851981" y="2157397"/>
                    <a:pt x="5840773" y="2159388"/>
                    <a:pt x="5829267" y="2160687"/>
                  </a:cubicBezTo>
                  <a:lnTo>
                    <a:pt x="5828221" y="2157483"/>
                  </a:lnTo>
                  <a:lnTo>
                    <a:pt x="5829267" y="2160687"/>
                  </a:lnTo>
                  <a:cubicBezTo>
                    <a:pt x="5817761" y="2161986"/>
                    <a:pt x="5806105" y="2162679"/>
                    <a:pt x="5794300" y="2162679"/>
                  </a:cubicBezTo>
                  <a:lnTo>
                    <a:pt x="179321" y="2162679"/>
                  </a:lnTo>
                  <a:cubicBezTo>
                    <a:pt x="167515" y="2162679"/>
                    <a:pt x="155860" y="2161986"/>
                    <a:pt x="144353" y="2160687"/>
                  </a:cubicBezTo>
                  <a:cubicBezTo>
                    <a:pt x="132847" y="2159388"/>
                    <a:pt x="121639" y="2157397"/>
                    <a:pt x="110730" y="2154799"/>
                  </a:cubicBezTo>
                  <a:cubicBezTo>
                    <a:pt x="99822" y="2152201"/>
                    <a:pt x="89511" y="2148997"/>
                    <a:pt x="79798" y="2145186"/>
                  </a:cubicBezTo>
                  <a:cubicBezTo>
                    <a:pt x="69935" y="2141376"/>
                    <a:pt x="60969" y="2137046"/>
                    <a:pt x="52601" y="2132283"/>
                  </a:cubicBezTo>
                  <a:cubicBezTo>
                    <a:pt x="44232" y="2127434"/>
                    <a:pt x="36910" y="2122238"/>
                    <a:pt x="30335" y="2116523"/>
                  </a:cubicBezTo>
                  <a:lnTo>
                    <a:pt x="34967" y="2114704"/>
                  </a:lnTo>
                  <a:lnTo>
                    <a:pt x="30335" y="2116523"/>
                  </a:lnTo>
                  <a:cubicBezTo>
                    <a:pt x="23760" y="2110807"/>
                    <a:pt x="18231" y="2104832"/>
                    <a:pt x="13748" y="2098597"/>
                  </a:cubicBezTo>
                  <a:cubicBezTo>
                    <a:pt x="9265" y="2092275"/>
                    <a:pt x="5828" y="2085781"/>
                    <a:pt x="3586" y="2079113"/>
                  </a:cubicBezTo>
                  <a:cubicBezTo>
                    <a:pt x="1345" y="2072445"/>
                    <a:pt x="149" y="2065690"/>
                    <a:pt x="149" y="2058849"/>
                  </a:cubicBezTo>
                  <a:lnTo>
                    <a:pt x="5828" y="2058849"/>
                  </a:lnTo>
                  <a:lnTo>
                    <a:pt x="0" y="2058849"/>
                  </a:lnTo>
                  <a:moveTo>
                    <a:pt x="11207" y="2058849"/>
                  </a:moveTo>
                  <a:cubicBezTo>
                    <a:pt x="11207" y="2065257"/>
                    <a:pt x="12254" y="2071579"/>
                    <a:pt x="14495" y="2077814"/>
                  </a:cubicBezTo>
                  <a:lnTo>
                    <a:pt x="8966" y="2078420"/>
                  </a:lnTo>
                  <a:lnTo>
                    <a:pt x="14495" y="2077814"/>
                  </a:lnTo>
                  <a:cubicBezTo>
                    <a:pt x="16587" y="2084049"/>
                    <a:pt x="19875" y="2090197"/>
                    <a:pt x="24059" y="2096086"/>
                  </a:cubicBezTo>
                  <a:lnTo>
                    <a:pt x="18829" y="2097298"/>
                  </a:lnTo>
                  <a:lnTo>
                    <a:pt x="24059" y="2096086"/>
                  </a:lnTo>
                  <a:cubicBezTo>
                    <a:pt x="28243" y="2101974"/>
                    <a:pt x="33473" y="2107603"/>
                    <a:pt x="39600" y="2112885"/>
                  </a:cubicBezTo>
                  <a:cubicBezTo>
                    <a:pt x="45727" y="2118168"/>
                    <a:pt x="52750" y="2123104"/>
                    <a:pt x="60521" y="2127607"/>
                  </a:cubicBezTo>
                  <a:lnTo>
                    <a:pt x="56486" y="2129945"/>
                  </a:lnTo>
                  <a:lnTo>
                    <a:pt x="60521" y="2127607"/>
                  </a:lnTo>
                  <a:cubicBezTo>
                    <a:pt x="68291" y="2132110"/>
                    <a:pt x="76809" y="2136180"/>
                    <a:pt x="85924" y="2139731"/>
                  </a:cubicBezTo>
                  <a:lnTo>
                    <a:pt x="82786" y="2142415"/>
                  </a:lnTo>
                  <a:lnTo>
                    <a:pt x="85924" y="2139731"/>
                  </a:lnTo>
                  <a:cubicBezTo>
                    <a:pt x="95040" y="2143281"/>
                    <a:pt x="104753" y="2146312"/>
                    <a:pt x="115064" y="2148737"/>
                  </a:cubicBezTo>
                  <a:lnTo>
                    <a:pt x="112972" y="2151768"/>
                  </a:lnTo>
                  <a:lnTo>
                    <a:pt x="115064" y="2148737"/>
                  </a:lnTo>
                  <a:cubicBezTo>
                    <a:pt x="125226" y="2151161"/>
                    <a:pt x="135835" y="2153067"/>
                    <a:pt x="146595" y="2154279"/>
                  </a:cubicBezTo>
                  <a:lnTo>
                    <a:pt x="145549" y="2157483"/>
                  </a:lnTo>
                  <a:lnTo>
                    <a:pt x="146595" y="2154279"/>
                  </a:lnTo>
                  <a:cubicBezTo>
                    <a:pt x="157354" y="2155491"/>
                    <a:pt x="168412" y="2156184"/>
                    <a:pt x="179321" y="2156184"/>
                  </a:cubicBezTo>
                  <a:lnTo>
                    <a:pt x="179321" y="2159388"/>
                  </a:lnTo>
                  <a:lnTo>
                    <a:pt x="179321" y="2156271"/>
                  </a:lnTo>
                  <a:lnTo>
                    <a:pt x="5794300" y="2156271"/>
                  </a:lnTo>
                  <a:lnTo>
                    <a:pt x="5794300" y="2159562"/>
                  </a:lnTo>
                  <a:lnTo>
                    <a:pt x="5794300" y="2156357"/>
                  </a:lnTo>
                  <a:cubicBezTo>
                    <a:pt x="5805357" y="2156357"/>
                    <a:pt x="5816266" y="2155751"/>
                    <a:pt x="5827025" y="2154452"/>
                  </a:cubicBezTo>
                  <a:cubicBezTo>
                    <a:pt x="5837785" y="2153240"/>
                    <a:pt x="5848394" y="2151335"/>
                    <a:pt x="5858556" y="2148910"/>
                  </a:cubicBezTo>
                  <a:lnTo>
                    <a:pt x="5860648" y="2151941"/>
                  </a:lnTo>
                  <a:lnTo>
                    <a:pt x="5858556" y="2148910"/>
                  </a:lnTo>
                  <a:cubicBezTo>
                    <a:pt x="5868718" y="2146485"/>
                    <a:pt x="5878431" y="2143454"/>
                    <a:pt x="5887696" y="2139904"/>
                  </a:cubicBezTo>
                  <a:lnTo>
                    <a:pt x="5890834" y="2142588"/>
                  </a:lnTo>
                  <a:lnTo>
                    <a:pt x="5887696" y="2139904"/>
                  </a:lnTo>
                  <a:cubicBezTo>
                    <a:pt x="5896812" y="2136353"/>
                    <a:pt x="5905329" y="2132283"/>
                    <a:pt x="5913100" y="2127780"/>
                  </a:cubicBezTo>
                  <a:lnTo>
                    <a:pt x="5917134" y="2130118"/>
                  </a:lnTo>
                  <a:lnTo>
                    <a:pt x="5913100" y="2127780"/>
                  </a:lnTo>
                  <a:cubicBezTo>
                    <a:pt x="5920870" y="2123277"/>
                    <a:pt x="5927893" y="2118341"/>
                    <a:pt x="5934020" y="2113059"/>
                  </a:cubicBezTo>
                  <a:lnTo>
                    <a:pt x="5938653" y="2114877"/>
                  </a:lnTo>
                  <a:lnTo>
                    <a:pt x="5934020" y="2113059"/>
                  </a:lnTo>
                  <a:cubicBezTo>
                    <a:pt x="5940147" y="2107776"/>
                    <a:pt x="5945378" y="2102147"/>
                    <a:pt x="5949561" y="2096172"/>
                  </a:cubicBezTo>
                  <a:cubicBezTo>
                    <a:pt x="5953746" y="2090284"/>
                    <a:pt x="5957033" y="2084135"/>
                    <a:pt x="5959125" y="2077900"/>
                  </a:cubicBezTo>
                  <a:cubicBezTo>
                    <a:pt x="5961217" y="2071665"/>
                    <a:pt x="5962413" y="2065257"/>
                    <a:pt x="5962413" y="2058935"/>
                  </a:cubicBezTo>
                  <a:lnTo>
                    <a:pt x="5967942" y="2058935"/>
                  </a:lnTo>
                  <a:lnTo>
                    <a:pt x="5962413" y="2058935"/>
                  </a:lnTo>
                  <a:lnTo>
                    <a:pt x="5962413" y="103916"/>
                  </a:lnTo>
                  <a:lnTo>
                    <a:pt x="5968091" y="103916"/>
                  </a:lnTo>
                  <a:lnTo>
                    <a:pt x="5962413" y="103916"/>
                  </a:lnTo>
                  <a:cubicBezTo>
                    <a:pt x="5962413" y="97508"/>
                    <a:pt x="5961367" y="91187"/>
                    <a:pt x="5959125" y="84865"/>
                  </a:cubicBezTo>
                  <a:cubicBezTo>
                    <a:pt x="5957033" y="78630"/>
                    <a:pt x="5953746" y="72482"/>
                    <a:pt x="5949561" y="66593"/>
                  </a:cubicBezTo>
                  <a:lnTo>
                    <a:pt x="5954791" y="65381"/>
                  </a:lnTo>
                  <a:lnTo>
                    <a:pt x="5949561" y="66593"/>
                  </a:lnTo>
                  <a:cubicBezTo>
                    <a:pt x="5945378" y="60704"/>
                    <a:pt x="5940147" y="55075"/>
                    <a:pt x="5934020" y="49706"/>
                  </a:cubicBezTo>
                  <a:lnTo>
                    <a:pt x="5938653" y="47888"/>
                  </a:lnTo>
                  <a:lnTo>
                    <a:pt x="5934020" y="49706"/>
                  </a:lnTo>
                  <a:cubicBezTo>
                    <a:pt x="5927893" y="44424"/>
                    <a:pt x="5920870" y="39488"/>
                    <a:pt x="5913100" y="34985"/>
                  </a:cubicBezTo>
                  <a:cubicBezTo>
                    <a:pt x="5905329" y="30482"/>
                    <a:pt x="5896812" y="26412"/>
                    <a:pt x="5887696" y="22861"/>
                  </a:cubicBezTo>
                  <a:lnTo>
                    <a:pt x="5890834" y="20177"/>
                  </a:lnTo>
                  <a:lnTo>
                    <a:pt x="5887696" y="22861"/>
                  </a:lnTo>
                  <a:cubicBezTo>
                    <a:pt x="5878580" y="19311"/>
                    <a:pt x="5868867" y="16280"/>
                    <a:pt x="5858705" y="13855"/>
                  </a:cubicBezTo>
                  <a:cubicBezTo>
                    <a:pt x="5848544" y="11430"/>
                    <a:pt x="5837935" y="9525"/>
                    <a:pt x="5827175" y="8313"/>
                  </a:cubicBezTo>
                  <a:cubicBezTo>
                    <a:pt x="5816416" y="7101"/>
                    <a:pt x="5805357" y="6408"/>
                    <a:pt x="5794449" y="6408"/>
                  </a:cubicBezTo>
                  <a:lnTo>
                    <a:pt x="179321" y="6408"/>
                  </a:lnTo>
                  <a:cubicBezTo>
                    <a:pt x="168263" y="6408"/>
                    <a:pt x="157354" y="7014"/>
                    <a:pt x="146595" y="8313"/>
                  </a:cubicBezTo>
                  <a:lnTo>
                    <a:pt x="145549" y="5109"/>
                  </a:lnTo>
                  <a:lnTo>
                    <a:pt x="146595" y="8313"/>
                  </a:lnTo>
                  <a:cubicBezTo>
                    <a:pt x="135835" y="9525"/>
                    <a:pt x="125226" y="11430"/>
                    <a:pt x="115064" y="13855"/>
                  </a:cubicBezTo>
                  <a:lnTo>
                    <a:pt x="112972" y="10824"/>
                  </a:lnTo>
                  <a:lnTo>
                    <a:pt x="115064" y="13855"/>
                  </a:lnTo>
                  <a:cubicBezTo>
                    <a:pt x="104903" y="16280"/>
                    <a:pt x="95189" y="19311"/>
                    <a:pt x="86074" y="22861"/>
                  </a:cubicBezTo>
                  <a:cubicBezTo>
                    <a:pt x="76958" y="26412"/>
                    <a:pt x="68441" y="30482"/>
                    <a:pt x="60670" y="34985"/>
                  </a:cubicBezTo>
                  <a:lnTo>
                    <a:pt x="56635" y="32647"/>
                  </a:lnTo>
                  <a:lnTo>
                    <a:pt x="60670" y="34985"/>
                  </a:lnTo>
                  <a:cubicBezTo>
                    <a:pt x="52900" y="39488"/>
                    <a:pt x="45876" y="44424"/>
                    <a:pt x="39749" y="49706"/>
                  </a:cubicBezTo>
                  <a:lnTo>
                    <a:pt x="35117" y="47888"/>
                  </a:lnTo>
                  <a:lnTo>
                    <a:pt x="39749" y="49706"/>
                  </a:lnTo>
                  <a:cubicBezTo>
                    <a:pt x="33623" y="54989"/>
                    <a:pt x="28392" y="60618"/>
                    <a:pt x="24208" y="66593"/>
                  </a:cubicBezTo>
                  <a:lnTo>
                    <a:pt x="18978" y="65381"/>
                  </a:lnTo>
                  <a:lnTo>
                    <a:pt x="24208" y="66593"/>
                  </a:lnTo>
                  <a:cubicBezTo>
                    <a:pt x="20024" y="72482"/>
                    <a:pt x="16737" y="78630"/>
                    <a:pt x="14644" y="84865"/>
                  </a:cubicBezTo>
                  <a:cubicBezTo>
                    <a:pt x="12552" y="91100"/>
                    <a:pt x="11207" y="97508"/>
                    <a:pt x="11207" y="103916"/>
                  </a:cubicBezTo>
                  <a:lnTo>
                    <a:pt x="11207" y="2058849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5655975" y="6052586"/>
            <a:ext cx="153025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LP Information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297" y="2731023"/>
            <a:ext cx="6576084" cy="6298655"/>
            <a:chOff x="0" y="0"/>
            <a:chExt cx="6096000" cy="5838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95873" cy="5838698"/>
            </a:xfrm>
            <a:custGeom>
              <a:avLst/>
              <a:gdLst/>
              <a:ahLst/>
              <a:cxnLst/>
              <a:rect r="r" b="b" t="t" l="l"/>
              <a:pathLst>
                <a:path h="5838698" w="6095873">
                  <a:moveTo>
                    <a:pt x="0" y="5686425"/>
                  </a:moveTo>
                  <a:lnTo>
                    <a:pt x="0" y="152400"/>
                  </a:lnTo>
                  <a:cubicBezTo>
                    <a:pt x="0" y="142367"/>
                    <a:pt x="1016" y="132461"/>
                    <a:pt x="2921" y="122682"/>
                  </a:cubicBezTo>
                  <a:cubicBezTo>
                    <a:pt x="4826" y="112903"/>
                    <a:pt x="7747" y="103378"/>
                    <a:pt x="11557" y="94107"/>
                  </a:cubicBezTo>
                  <a:cubicBezTo>
                    <a:pt x="15367" y="84836"/>
                    <a:pt x="20066" y="76073"/>
                    <a:pt x="25654" y="67818"/>
                  </a:cubicBezTo>
                  <a:cubicBezTo>
                    <a:pt x="31242" y="59563"/>
                    <a:pt x="37592" y="51816"/>
                    <a:pt x="44577" y="44704"/>
                  </a:cubicBezTo>
                  <a:cubicBezTo>
                    <a:pt x="51562" y="37592"/>
                    <a:pt x="59436" y="31242"/>
                    <a:pt x="67691" y="25654"/>
                  </a:cubicBezTo>
                  <a:cubicBezTo>
                    <a:pt x="75946" y="20066"/>
                    <a:pt x="84836" y="15367"/>
                    <a:pt x="94107" y="11557"/>
                  </a:cubicBezTo>
                  <a:cubicBezTo>
                    <a:pt x="103378" y="7747"/>
                    <a:pt x="112903" y="4826"/>
                    <a:pt x="122682" y="2921"/>
                  </a:cubicBezTo>
                  <a:cubicBezTo>
                    <a:pt x="132461" y="1016"/>
                    <a:pt x="142367" y="0"/>
                    <a:pt x="152400" y="0"/>
                  </a:cubicBezTo>
                  <a:lnTo>
                    <a:pt x="5943600" y="0"/>
                  </a:lnTo>
                  <a:cubicBezTo>
                    <a:pt x="5953633" y="0"/>
                    <a:pt x="5963539" y="1016"/>
                    <a:pt x="5973318" y="2921"/>
                  </a:cubicBezTo>
                  <a:cubicBezTo>
                    <a:pt x="5983097" y="4826"/>
                    <a:pt x="5992622" y="7747"/>
                    <a:pt x="6001893" y="11557"/>
                  </a:cubicBezTo>
                  <a:cubicBezTo>
                    <a:pt x="6011164" y="15367"/>
                    <a:pt x="6019927" y="20066"/>
                    <a:pt x="6028182" y="25654"/>
                  </a:cubicBezTo>
                  <a:cubicBezTo>
                    <a:pt x="6036437" y="31242"/>
                    <a:pt x="6044184" y="37592"/>
                    <a:pt x="6051296" y="44577"/>
                  </a:cubicBezTo>
                  <a:cubicBezTo>
                    <a:pt x="6058408" y="51562"/>
                    <a:pt x="6064631" y="59309"/>
                    <a:pt x="6070219" y="67691"/>
                  </a:cubicBezTo>
                  <a:cubicBezTo>
                    <a:pt x="6075807" y="76073"/>
                    <a:pt x="6080506" y="84836"/>
                    <a:pt x="6084316" y="93980"/>
                  </a:cubicBezTo>
                  <a:cubicBezTo>
                    <a:pt x="6088126" y="103124"/>
                    <a:pt x="6091047" y="112776"/>
                    <a:pt x="6092952" y="122555"/>
                  </a:cubicBezTo>
                  <a:cubicBezTo>
                    <a:pt x="6094857" y="132334"/>
                    <a:pt x="6095873" y="142240"/>
                    <a:pt x="6095873" y="152273"/>
                  </a:cubicBezTo>
                  <a:lnTo>
                    <a:pt x="6095873" y="5686425"/>
                  </a:lnTo>
                  <a:cubicBezTo>
                    <a:pt x="6095873" y="5696458"/>
                    <a:pt x="6094857" y="5706364"/>
                    <a:pt x="6092952" y="5716143"/>
                  </a:cubicBezTo>
                  <a:cubicBezTo>
                    <a:pt x="6091047" y="5725922"/>
                    <a:pt x="6088126" y="5735447"/>
                    <a:pt x="6084316" y="5744718"/>
                  </a:cubicBezTo>
                  <a:cubicBezTo>
                    <a:pt x="6080506" y="5753989"/>
                    <a:pt x="6075807" y="5762752"/>
                    <a:pt x="6070219" y="5771007"/>
                  </a:cubicBezTo>
                  <a:cubicBezTo>
                    <a:pt x="6064631" y="5779262"/>
                    <a:pt x="6058281" y="5787009"/>
                    <a:pt x="6051296" y="5794121"/>
                  </a:cubicBezTo>
                  <a:cubicBezTo>
                    <a:pt x="6044311" y="5801233"/>
                    <a:pt x="6036564" y="5807456"/>
                    <a:pt x="6028182" y="5813044"/>
                  </a:cubicBezTo>
                  <a:cubicBezTo>
                    <a:pt x="6019800" y="5818632"/>
                    <a:pt x="6011037" y="5823331"/>
                    <a:pt x="6001893" y="5827141"/>
                  </a:cubicBezTo>
                  <a:cubicBezTo>
                    <a:pt x="5992749" y="5830951"/>
                    <a:pt x="5983097" y="5833872"/>
                    <a:pt x="5973318" y="5835777"/>
                  </a:cubicBezTo>
                  <a:cubicBezTo>
                    <a:pt x="5963539" y="5837682"/>
                    <a:pt x="5953633" y="5838698"/>
                    <a:pt x="5943600" y="5838698"/>
                  </a:cubicBezTo>
                  <a:lnTo>
                    <a:pt x="152400" y="5838698"/>
                  </a:lnTo>
                  <a:cubicBezTo>
                    <a:pt x="142367" y="5838698"/>
                    <a:pt x="132461" y="5837682"/>
                    <a:pt x="122682" y="5835777"/>
                  </a:cubicBezTo>
                  <a:cubicBezTo>
                    <a:pt x="112903" y="5833872"/>
                    <a:pt x="103378" y="5830951"/>
                    <a:pt x="94107" y="5827141"/>
                  </a:cubicBezTo>
                  <a:cubicBezTo>
                    <a:pt x="84836" y="5823331"/>
                    <a:pt x="76073" y="5818632"/>
                    <a:pt x="67818" y="5813044"/>
                  </a:cubicBezTo>
                  <a:cubicBezTo>
                    <a:pt x="59563" y="5807456"/>
                    <a:pt x="51816" y="5801233"/>
                    <a:pt x="44704" y="5794121"/>
                  </a:cubicBezTo>
                  <a:cubicBezTo>
                    <a:pt x="37592" y="5787009"/>
                    <a:pt x="31369" y="5779389"/>
                    <a:pt x="25781" y="5771007"/>
                  </a:cubicBezTo>
                  <a:cubicBezTo>
                    <a:pt x="20193" y="5762625"/>
                    <a:pt x="15494" y="5753862"/>
                    <a:pt x="11684" y="5744718"/>
                  </a:cubicBezTo>
                  <a:cubicBezTo>
                    <a:pt x="7874" y="5735574"/>
                    <a:pt x="4953" y="5725922"/>
                    <a:pt x="3048" y="5716143"/>
                  </a:cubicBezTo>
                  <a:cubicBezTo>
                    <a:pt x="1143" y="5706364"/>
                    <a:pt x="0" y="5696458"/>
                    <a:pt x="0" y="5686425"/>
                  </a:cubicBezTo>
                  <a:close/>
                </a:path>
              </a:pathLst>
            </a:custGeom>
            <a:solidFill>
              <a:srgbClr val="101B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6302" y="3491383"/>
            <a:ext cx="5754073" cy="4315555"/>
            <a:chOff x="0" y="0"/>
            <a:chExt cx="7112000" cy="533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12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5334000"/>
                  </a:lnTo>
                  <a:lnTo>
                    <a:pt x="0" y="533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64587" y="3830462"/>
            <a:ext cx="10028528" cy="10275"/>
            <a:chOff x="0" y="0"/>
            <a:chExt cx="9296400" cy="95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96400" cy="9525"/>
            </a:xfrm>
            <a:custGeom>
              <a:avLst/>
              <a:gdLst/>
              <a:ahLst/>
              <a:cxnLst/>
              <a:rect r="r" b="b" t="t" l="l"/>
              <a:pathLst>
                <a:path h="9525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564587" y="5176504"/>
            <a:ext cx="10028528" cy="10275"/>
            <a:chOff x="0" y="0"/>
            <a:chExt cx="9296400" cy="95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96400" cy="9525"/>
            </a:xfrm>
            <a:custGeom>
              <a:avLst/>
              <a:gdLst/>
              <a:ahLst/>
              <a:cxnLst/>
              <a:rect r="r" b="b" t="t" l="l"/>
              <a:pathLst>
                <a:path h="9525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64587" y="6522546"/>
            <a:ext cx="10028528" cy="10275"/>
            <a:chOff x="0" y="0"/>
            <a:chExt cx="9296400" cy="95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96400" cy="9525"/>
            </a:xfrm>
            <a:custGeom>
              <a:avLst/>
              <a:gdLst/>
              <a:ahLst/>
              <a:cxnLst/>
              <a:rect r="r" b="b" t="t" l="l"/>
              <a:pathLst>
                <a:path h="9525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2734486" y="1431345"/>
            <a:ext cx="4858628" cy="1290210"/>
          </a:xfrm>
          <a:custGeom>
            <a:avLst/>
            <a:gdLst/>
            <a:ahLst/>
            <a:cxnLst/>
            <a:rect r="r" b="b" t="t" l="l"/>
            <a:pathLst>
              <a:path h="1290210" w="4858628">
                <a:moveTo>
                  <a:pt x="0" y="0"/>
                </a:moveTo>
                <a:lnTo>
                  <a:pt x="4858628" y="0"/>
                </a:lnTo>
                <a:lnTo>
                  <a:pt x="4858628" y="1290210"/>
                </a:lnTo>
                <a:lnTo>
                  <a:pt x="0" y="12902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80830" y="8146911"/>
            <a:ext cx="2624868" cy="318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941">
                <a:solidFill>
                  <a:srgbClr val="9FB3C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BSR070 R5 · 완료된 조립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64587" y="2622118"/>
            <a:ext cx="6277663" cy="517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1941">
                <a:solidFill>
                  <a:srgbClr val="6A7A8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대상</a:t>
            </a:r>
          </a:p>
          <a:p>
            <a:pPr algn="l">
              <a:lnSpc>
                <a:spcPts val="6032"/>
              </a:lnSpc>
            </a:pPr>
            <a:r>
              <a:rPr lang="en-US" b="true" sz="2589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관절 감속기 단품 (조립·검사까지)</a:t>
            </a:r>
          </a:p>
          <a:p>
            <a:pPr algn="l">
              <a:lnSpc>
                <a:spcPts val="4524"/>
              </a:lnSpc>
            </a:pPr>
            <a:r>
              <a:rPr lang="en-US" sz="1941">
                <a:solidFill>
                  <a:srgbClr val="6A7A8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모델 (R5)</a:t>
            </a:r>
          </a:p>
          <a:p>
            <a:pPr algn="l">
              <a:lnSpc>
                <a:spcPts val="6032"/>
              </a:lnSpc>
            </a:pPr>
            <a:r>
              <a:rPr lang="en-US" b="true" sz="2589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외형 </a:t>
            </a:r>
            <a:r>
              <a:rPr lang="en-US" b="true" sz="2589">
                <a:solidFill>
                  <a:srgbClr val="10233D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Ø</a:t>
            </a:r>
            <a:r>
              <a:rPr lang="en-US" b="true" sz="2589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73 × 34.5 mm · 0.64 kg · 50부품</a:t>
            </a:r>
          </a:p>
          <a:p>
            <a:pPr algn="l">
              <a:lnSpc>
                <a:spcPts val="4524"/>
              </a:lnSpc>
            </a:pPr>
            <a:r>
              <a:rPr lang="en-US" sz="1941">
                <a:solidFill>
                  <a:srgbClr val="6A7A8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구성</a:t>
            </a:r>
          </a:p>
          <a:p>
            <a:pPr algn="l">
              <a:lnSpc>
                <a:spcPts val="6032"/>
              </a:lnSpc>
            </a:pPr>
            <a:r>
              <a:rPr lang="en-US" b="true" sz="2589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외치기어 1장 · 출력핀·부시 각 8개 · 볼트 20개</a:t>
            </a:r>
          </a:p>
          <a:p>
            <a:pPr algn="l">
              <a:lnSpc>
                <a:spcPts val="4524"/>
              </a:lnSpc>
            </a:pPr>
            <a:r>
              <a:rPr lang="en-US" sz="1941">
                <a:solidFill>
                  <a:srgbClr val="6A7A8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감속비</a:t>
            </a:r>
          </a:p>
          <a:p>
            <a:pPr algn="l">
              <a:lnSpc>
                <a:spcPts val="6032"/>
              </a:lnSpc>
            </a:pPr>
            <a:r>
              <a:rPr lang="en-US" b="true" sz="2589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49 : 1 (제조사 사양 BSR 070-049)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9200" y="9399918"/>
            <a:ext cx="1009590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A7A8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외형·장착부 = 제조사 공개 STEP · 감속비·질량 = 제조사 사양표 · 내부 치수·치형 = 검토용 재구성 · 필수 3 · 05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163800" y="9380868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08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9048" y="1200150"/>
            <a:ext cx="5635485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b="true" sz="2499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02 · 제조 아이템 · 액추에이터의 핵심 부품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5297" y="1506852"/>
            <a:ext cx="1208355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선정 모델</a:t>
            </a:r>
            <a:r>
              <a:rPr lang="en-US" b="true" sz="5199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— BSR070 사이클로이드 감속기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297" y="2593972"/>
            <a:ext cx="8501207" cy="6438109"/>
            <a:chOff x="0" y="0"/>
            <a:chExt cx="7810500" cy="59150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10373" cy="5914898"/>
            </a:xfrm>
            <a:custGeom>
              <a:avLst/>
              <a:gdLst/>
              <a:ahLst/>
              <a:cxnLst/>
              <a:rect r="r" b="b" t="t" l="l"/>
              <a:pathLst>
                <a:path h="5914898" w="7810373">
                  <a:moveTo>
                    <a:pt x="0" y="5762625"/>
                  </a:moveTo>
                  <a:lnTo>
                    <a:pt x="0" y="152400"/>
                  </a:lnTo>
                  <a:cubicBezTo>
                    <a:pt x="0" y="142367"/>
                    <a:pt x="1016" y="132461"/>
                    <a:pt x="2921" y="122682"/>
                  </a:cubicBezTo>
                  <a:cubicBezTo>
                    <a:pt x="4826" y="112903"/>
                    <a:pt x="7747" y="103378"/>
                    <a:pt x="11557" y="94107"/>
                  </a:cubicBezTo>
                  <a:cubicBezTo>
                    <a:pt x="15367" y="84836"/>
                    <a:pt x="20066" y="76073"/>
                    <a:pt x="25654" y="67818"/>
                  </a:cubicBezTo>
                  <a:cubicBezTo>
                    <a:pt x="31242" y="59563"/>
                    <a:pt x="37592" y="51816"/>
                    <a:pt x="44577" y="44704"/>
                  </a:cubicBezTo>
                  <a:cubicBezTo>
                    <a:pt x="51562" y="37592"/>
                    <a:pt x="59436" y="31242"/>
                    <a:pt x="67691" y="25654"/>
                  </a:cubicBezTo>
                  <a:cubicBezTo>
                    <a:pt x="75946" y="20066"/>
                    <a:pt x="84836" y="15367"/>
                    <a:pt x="94107" y="11557"/>
                  </a:cubicBezTo>
                  <a:cubicBezTo>
                    <a:pt x="103378" y="7747"/>
                    <a:pt x="112903" y="4826"/>
                    <a:pt x="122682" y="2921"/>
                  </a:cubicBezTo>
                  <a:cubicBezTo>
                    <a:pt x="132461" y="1016"/>
                    <a:pt x="142367" y="0"/>
                    <a:pt x="152400" y="0"/>
                  </a:cubicBezTo>
                  <a:lnTo>
                    <a:pt x="7658100" y="0"/>
                  </a:lnTo>
                  <a:cubicBezTo>
                    <a:pt x="7668133" y="0"/>
                    <a:pt x="7678039" y="1016"/>
                    <a:pt x="7687818" y="2921"/>
                  </a:cubicBezTo>
                  <a:cubicBezTo>
                    <a:pt x="7697597" y="4826"/>
                    <a:pt x="7707122" y="7747"/>
                    <a:pt x="7716393" y="11557"/>
                  </a:cubicBezTo>
                  <a:cubicBezTo>
                    <a:pt x="7725664" y="15367"/>
                    <a:pt x="7734427" y="20066"/>
                    <a:pt x="7742682" y="25654"/>
                  </a:cubicBezTo>
                  <a:cubicBezTo>
                    <a:pt x="7750937" y="31242"/>
                    <a:pt x="7758684" y="37592"/>
                    <a:pt x="7765796" y="44577"/>
                  </a:cubicBezTo>
                  <a:cubicBezTo>
                    <a:pt x="7772908" y="51562"/>
                    <a:pt x="7779131" y="59309"/>
                    <a:pt x="7784719" y="67691"/>
                  </a:cubicBezTo>
                  <a:cubicBezTo>
                    <a:pt x="7790307" y="76073"/>
                    <a:pt x="7795006" y="84836"/>
                    <a:pt x="7798816" y="93980"/>
                  </a:cubicBezTo>
                  <a:cubicBezTo>
                    <a:pt x="7802626" y="103124"/>
                    <a:pt x="7805547" y="112776"/>
                    <a:pt x="7807452" y="122555"/>
                  </a:cubicBezTo>
                  <a:cubicBezTo>
                    <a:pt x="7809357" y="132334"/>
                    <a:pt x="7810373" y="142240"/>
                    <a:pt x="7810373" y="152273"/>
                  </a:cubicBezTo>
                  <a:lnTo>
                    <a:pt x="7810373" y="5762625"/>
                  </a:lnTo>
                  <a:cubicBezTo>
                    <a:pt x="7810373" y="5772658"/>
                    <a:pt x="7809357" y="5782564"/>
                    <a:pt x="7807452" y="5792343"/>
                  </a:cubicBezTo>
                  <a:cubicBezTo>
                    <a:pt x="7805547" y="5802122"/>
                    <a:pt x="7802626" y="5811647"/>
                    <a:pt x="7798816" y="5820918"/>
                  </a:cubicBezTo>
                  <a:cubicBezTo>
                    <a:pt x="7795006" y="5830189"/>
                    <a:pt x="7790307" y="5838952"/>
                    <a:pt x="7784719" y="5847207"/>
                  </a:cubicBezTo>
                  <a:cubicBezTo>
                    <a:pt x="7779131" y="5855462"/>
                    <a:pt x="7772781" y="5863209"/>
                    <a:pt x="7765796" y="5870321"/>
                  </a:cubicBezTo>
                  <a:cubicBezTo>
                    <a:pt x="7758811" y="5877433"/>
                    <a:pt x="7751064" y="5883656"/>
                    <a:pt x="7742682" y="5889244"/>
                  </a:cubicBezTo>
                  <a:cubicBezTo>
                    <a:pt x="7734300" y="5894832"/>
                    <a:pt x="7725537" y="5899531"/>
                    <a:pt x="7716393" y="5903341"/>
                  </a:cubicBezTo>
                  <a:cubicBezTo>
                    <a:pt x="7707249" y="5907151"/>
                    <a:pt x="7697597" y="5910072"/>
                    <a:pt x="7687818" y="5911977"/>
                  </a:cubicBezTo>
                  <a:cubicBezTo>
                    <a:pt x="7678039" y="5913882"/>
                    <a:pt x="7668133" y="5914898"/>
                    <a:pt x="7658100" y="5914898"/>
                  </a:cubicBezTo>
                  <a:lnTo>
                    <a:pt x="152400" y="5914898"/>
                  </a:lnTo>
                  <a:cubicBezTo>
                    <a:pt x="142367" y="5914898"/>
                    <a:pt x="132461" y="5913882"/>
                    <a:pt x="122682" y="5911977"/>
                  </a:cubicBezTo>
                  <a:cubicBezTo>
                    <a:pt x="112903" y="5910072"/>
                    <a:pt x="103378" y="5907151"/>
                    <a:pt x="94107" y="5903341"/>
                  </a:cubicBezTo>
                  <a:cubicBezTo>
                    <a:pt x="84836" y="5899531"/>
                    <a:pt x="76073" y="5894832"/>
                    <a:pt x="67818" y="5889244"/>
                  </a:cubicBezTo>
                  <a:cubicBezTo>
                    <a:pt x="59563" y="5883656"/>
                    <a:pt x="51816" y="5877433"/>
                    <a:pt x="44704" y="5870321"/>
                  </a:cubicBezTo>
                  <a:cubicBezTo>
                    <a:pt x="37592" y="5863209"/>
                    <a:pt x="31369" y="5855589"/>
                    <a:pt x="25781" y="5847207"/>
                  </a:cubicBezTo>
                  <a:cubicBezTo>
                    <a:pt x="20193" y="5838825"/>
                    <a:pt x="15494" y="5830062"/>
                    <a:pt x="11684" y="5820918"/>
                  </a:cubicBezTo>
                  <a:cubicBezTo>
                    <a:pt x="7874" y="5811774"/>
                    <a:pt x="4953" y="5802122"/>
                    <a:pt x="3048" y="5792343"/>
                  </a:cubicBezTo>
                  <a:cubicBezTo>
                    <a:pt x="1143" y="5782564"/>
                    <a:pt x="0" y="5772658"/>
                    <a:pt x="0" y="5762625"/>
                  </a:cubicBezTo>
                  <a:close/>
                </a:path>
              </a:pathLst>
            </a:custGeom>
            <a:solidFill>
              <a:srgbClr val="101B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36054" y="2779215"/>
            <a:ext cx="6819692" cy="5114769"/>
            <a:chOff x="0" y="0"/>
            <a:chExt cx="6858000" cy="5143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58000" cy="5143500"/>
            </a:xfrm>
            <a:custGeom>
              <a:avLst/>
              <a:gdLst/>
              <a:ahLst/>
              <a:cxnLst/>
              <a:rect r="r" b="b" t="t" l="l"/>
              <a:pathLst>
                <a:path h="51435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5143500"/>
                  </a:lnTo>
                  <a:lnTo>
                    <a:pt x="0" y="514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354" t="0" r="-3476" b="-1442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42077" y="3160712"/>
            <a:ext cx="8473557" cy="51837"/>
            <a:chOff x="0" y="0"/>
            <a:chExt cx="7785100" cy="476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20707"/>
              <a:ext cx="5819775" cy="6212"/>
            </a:xfrm>
            <a:custGeom>
              <a:avLst/>
              <a:gdLst/>
              <a:ahLst/>
              <a:cxnLst/>
              <a:rect r="r" b="b" t="t" l="l"/>
              <a:pathLst>
                <a:path h="6212" w="5819775">
                  <a:moveTo>
                    <a:pt x="0" y="0"/>
                  </a:moveTo>
                  <a:lnTo>
                    <a:pt x="5819775" y="0"/>
                  </a:lnTo>
                  <a:lnTo>
                    <a:pt x="5819775" y="6212"/>
                  </a:lnTo>
                  <a:lnTo>
                    <a:pt x="0" y="6212"/>
                  </a:lnTo>
                  <a:close/>
                </a:path>
              </a:pathLst>
            </a:custGeom>
            <a:solidFill>
              <a:srgbClr val="10233D">
                <a:alpha val="20000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883275" y="20707"/>
              <a:ext cx="1838325" cy="6212"/>
            </a:xfrm>
            <a:custGeom>
              <a:avLst/>
              <a:gdLst/>
              <a:ahLst/>
              <a:cxnLst/>
              <a:rect r="r" b="b" t="t" l="l"/>
              <a:pathLst>
                <a:path h="6212" w="1838325">
                  <a:moveTo>
                    <a:pt x="0" y="0"/>
                  </a:moveTo>
                  <a:lnTo>
                    <a:pt x="1838325" y="0"/>
                  </a:lnTo>
                  <a:lnTo>
                    <a:pt x="1838325" y="6212"/>
                  </a:lnTo>
                  <a:lnTo>
                    <a:pt x="0" y="6212"/>
                  </a:lnTo>
                  <a:close/>
                </a:path>
              </a:pathLst>
            </a:custGeom>
            <a:solidFill>
              <a:srgbClr val="10233D">
                <a:alpha val="20000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342077" y="3784831"/>
            <a:ext cx="8473557" cy="170693"/>
            <a:chOff x="0" y="0"/>
            <a:chExt cx="7785100" cy="1568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0" y="72943"/>
              <a:ext cx="5819775" cy="10941"/>
            </a:xfrm>
            <a:custGeom>
              <a:avLst/>
              <a:gdLst/>
              <a:ahLst/>
              <a:cxnLst/>
              <a:rect r="r" b="b" t="t" l="l"/>
              <a:pathLst>
                <a:path h="10941" w="5819775">
                  <a:moveTo>
                    <a:pt x="0" y="0"/>
                  </a:moveTo>
                  <a:lnTo>
                    <a:pt x="5819775" y="0"/>
                  </a:lnTo>
                  <a:lnTo>
                    <a:pt x="5819775" y="10942"/>
                  </a:lnTo>
                  <a:lnTo>
                    <a:pt x="0" y="10942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883275" y="72943"/>
              <a:ext cx="1838325" cy="10941"/>
            </a:xfrm>
            <a:custGeom>
              <a:avLst/>
              <a:gdLst/>
              <a:ahLst/>
              <a:cxnLst/>
              <a:rect r="r" b="b" t="t" l="l"/>
              <a:pathLst>
                <a:path h="10941" w="1838325">
                  <a:moveTo>
                    <a:pt x="0" y="0"/>
                  </a:moveTo>
                  <a:lnTo>
                    <a:pt x="1838325" y="0"/>
                  </a:lnTo>
                  <a:lnTo>
                    <a:pt x="1838325" y="10942"/>
                  </a:lnTo>
                  <a:lnTo>
                    <a:pt x="0" y="10942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42077" y="4392195"/>
            <a:ext cx="8473557" cy="170693"/>
            <a:chOff x="0" y="0"/>
            <a:chExt cx="7785100" cy="1568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0" y="72943"/>
              <a:ext cx="5819775" cy="10941"/>
            </a:xfrm>
            <a:custGeom>
              <a:avLst/>
              <a:gdLst/>
              <a:ahLst/>
              <a:cxnLst/>
              <a:rect r="r" b="b" t="t" l="l"/>
              <a:pathLst>
                <a:path h="10941" w="5819775">
                  <a:moveTo>
                    <a:pt x="0" y="0"/>
                  </a:moveTo>
                  <a:lnTo>
                    <a:pt x="5819775" y="0"/>
                  </a:lnTo>
                  <a:lnTo>
                    <a:pt x="5819775" y="10942"/>
                  </a:lnTo>
                  <a:lnTo>
                    <a:pt x="0" y="10942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883275" y="72943"/>
              <a:ext cx="1838325" cy="10941"/>
            </a:xfrm>
            <a:custGeom>
              <a:avLst/>
              <a:gdLst/>
              <a:ahLst/>
              <a:cxnLst/>
              <a:rect r="r" b="b" t="t" l="l"/>
              <a:pathLst>
                <a:path h="10941" w="1838325">
                  <a:moveTo>
                    <a:pt x="0" y="0"/>
                  </a:moveTo>
                  <a:lnTo>
                    <a:pt x="1838325" y="0"/>
                  </a:lnTo>
                  <a:lnTo>
                    <a:pt x="1838325" y="10942"/>
                  </a:lnTo>
                  <a:lnTo>
                    <a:pt x="0" y="10942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42077" y="5011467"/>
            <a:ext cx="8473557" cy="170693"/>
            <a:chOff x="0" y="0"/>
            <a:chExt cx="7785100" cy="1568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0" y="72943"/>
              <a:ext cx="5819775" cy="10941"/>
            </a:xfrm>
            <a:custGeom>
              <a:avLst/>
              <a:gdLst/>
              <a:ahLst/>
              <a:cxnLst/>
              <a:rect r="r" b="b" t="t" l="l"/>
              <a:pathLst>
                <a:path h="10941" w="5819775">
                  <a:moveTo>
                    <a:pt x="0" y="0"/>
                  </a:moveTo>
                  <a:lnTo>
                    <a:pt x="5819775" y="0"/>
                  </a:lnTo>
                  <a:lnTo>
                    <a:pt x="5819775" y="10942"/>
                  </a:lnTo>
                  <a:lnTo>
                    <a:pt x="0" y="10942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883275" y="72943"/>
              <a:ext cx="1838325" cy="10941"/>
            </a:xfrm>
            <a:custGeom>
              <a:avLst/>
              <a:gdLst/>
              <a:ahLst/>
              <a:cxnLst/>
              <a:rect r="r" b="b" t="t" l="l"/>
              <a:pathLst>
                <a:path h="10941" w="1838325">
                  <a:moveTo>
                    <a:pt x="0" y="0"/>
                  </a:moveTo>
                  <a:lnTo>
                    <a:pt x="1838325" y="0"/>
                  </a:lnTo>
                  <a:lnTo>
                    <a:pt x="1838325" y="10942"/>
                  </a:lnTo>
                  <a:lnTo>
                    <a:pt x="0" y="10942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342077" y="5618831"/>
            <a:ext cx="8473557" cy="170693"/>
            <a:chOff x="0" y="0"/>
            <a:chExt cx="7785100" cy="1568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0" y="72943"/>
              <a:ext cx="5819775" cy="10941"/>
            </a:xfrm>
            <a:custGeom>
              <a:avLst/>
              <a:gdLst/>
              <a:ahLst/>
              <a:cxnLst/>
              <a:rect r="r" b="b" t="t" l="l"/>
              <a:pathLst>
                <a:path h="10941" w="5819775">
                  <a:moveTo>
                    <a:pt x="0" y="0"/>
                  </a:moveTo>
                  <a:lnTo>
                    <a:pt x="5819775" y="0"/>
                  </a:lnTo>
                  <a:lnTo>
                    <a:pt x="5819775" y="10942"/>
                  </a:lnTo>
                  <a:lnTo>
                    <a:pt x="0" y="10942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5883275" y="72943"/>
              <a:ext cx="1838325" cy="10941"/>
            </a:xfrm>
            <a:custGeom>
              <a:avLst/>
              <a:gdLst/>
              <a:ahLst/>
              <a:cxnLst/>
              <a:rect r="r" b="b" t="t" l="l"/>
              <a:pathLst>
                <a:path h="10941" w="1838325">
                  <a:moveTo>
                    <a:pt x="0" y="0"/>
                  </a:moveTo>
                  <a:lnTo>
                    <a:pt x="1838325" y="0"/>
                  </a:lnTo>
                  <a:lnTo>
                    <a:pt x="1838325" y="10942"/>
                  </a:lnTo>
                  <a:lnTo>
                    <a:pt x="0" y="10942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342077" y="6226194"/>
            <a:ext cx="8473557" cy="170693"/>
            <a:chOff x="0" y="0"/>
            <a:chExt cx="7785100" cy="1568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0" y="72943"/>
              <a:ext cx="5819775" cy="10941"/>
            </a:xfrm>
            <a:custGeom>
              <a:avLst/>
              <a:gdLst/>
              <a:ahLst/>
              <a:cxnLst/>
              <a:rect r="r" b="b" t="t" l="l"/>
              <a:pathLst>
                <a:path h="10941" w="5819775">
                  <a:moveTo>
                    <a:pt x="0" y="0"/>
                  </a:moveTo>
                  <a:lnTo>
                    <a:pt x="5819775" y="0"/>
                  </a:lnTo>
                  <a:lnTo>
                    <a:pt x="5819775" y="10942"/>
                  </a:lnTo>
                  <a:lnTo>
                    <a:pt x="0" y="10942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5883275" y="72943"/>
              <a:ext cx="1838325" cy="10941"/>
            </a:xfrm>
            <a:custGeom>
              <a:avLst/>
              <a:gdLst/>
              <a:ahLst/>
              <a:cxnLst/>
              <a:rect r="r" b="b" t="t" l="l"/>
              <a:pathLst>
                <a:path h="10941" w="1838325">
                  <a:moveTo>
                    <a:pt x="0" y="0"/>
                  </a:moveTo>
                  <a:lnTo>
                    <a:pt x="1838325" y="0"/>
                  </a:lnTo>
                  <a:lnTo>
                    <a:pt x="1838325" y="10942"/>
                  </a:lnTo>
                  <a:lnTo>
                    <a:pt x="0" y="10942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342077" y="6845467"/>
            <a:ext cx="8473557" cy="170693"/>
            <a:chOff x="0" y="0"/>
            <a:chExt cx="7785100" cy="1568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0" y="72943"/>
              <a:ext cx="5819775" cy="10941"/>
            </a:xfrm>
            <a:custGeom>
              <a:avLst/>
              <a:gdLst/>
              <a:ahLst/>
              <a:cxnLst/>
              <a:rect r="r" b="b" t="t" l="l"/>
              <a:pathLst>
                <a:path h="10941" w="5819775">
                  <a:moveTo>
                    <a:pt x="0" y="0"/>
                  </a:moveTo>
                  <a:lnTo>
                    <a:pt x="5819775" y="0"/>
                  </a:lnTo>
                  <a:lnTo>
                    <a:pt x="5819775" y="10942"/>
                  </a:lnTo>
                  <a:lnTo>
                    <a:pt x="0" y="10942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5883275" y="72943"/>
              <a:ext cx="1838325" cy="10941"/>
            </a:xfrm>
            <a:custGeom>
              <a:avLst/>
              <a:gdLst/>
              <a:ahLst/>
              <a:cxnLst/>
              <a:rect r="r" b="b" t="t" l="l"/>
              <a:pathLst>
                <a:path h="10941" w="1838325">
                  <a:moveTo>
                    <a:pt x="0" y="0"/>
                  </a:moveTo>
                  <a:lnTo>
                    <a:pt x="1838325" y="0"/>
                  </a:lnTo>
                  <a:lnTo>
                    <a:pt x="1838325" y="10942"/>
                  </a:lnTo>
                  <a:lnTo>
                    <a:pt x="0" y="10942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342077" y="7452830"/>
            <a:ext cx="8473557" cy="170693"/>
            <a:chOff x="0" y="0"/>
            <a:chExt cx="7785100" cy="1568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0" y="72943"/>
              <a:ext cx="5819775" cy="10941"/>
            </a:xfrm>
            <a:custGeom>
              <a:avLst/>
              <a:gdLst/>
              <a:ahLst/>
              <a:cxnLst/>
              <a:rect r="r" b="b" t="t" l="l"/>
              <a:pathLst>
                <a:path h="10941" w="5819775">
                  <a:moveTo>
                    <a:pt x="0" y="0"/>
                  </a:moveTo>
                  <a:lnTo>
                    <a:pt x="5819775" y="0"/>
                  </a:lnTo>
                  <a:lnTo>
                    <a:pt x="5819775" y="10942"/>
                  </a:lnTo>
                  <a:lnTo>
                    <a:pt x="0" y="10942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5883275" y="72943"/>
              <a:ext cx="1838325" cy="10941"/>
            </a:xfrm>
            <a:custGeom>
              <a:avLst/>
              <a:gdLst/>
              <a:ahLst/>
              <a:cxnLst/>
              <a:rect r="r" b="b" t="t" l="l"/>
              <a:pathLst>
                <a:path h="10941" w="1838325">
                  <a:moveTo>
                    <a:pt x="0" y="0"/>
                  </a:moveTo>
                  <a:lnTo>
                    <a:pt x="1838325" y="0"/>
                  </a:lnTo>
                  <a:lnTo>
                    <a:pt x="1838325" y="10942"/>
                  </a:lnTo>
                  <a:lnTo>
                    <a:pt x="0" y="10942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342077" y="8072103"/>
            <a:ext cx="8473557" cy="170693"/>
            <a:chOff x="0" y="0"/>
            <a:chExt cx="7785100" cy="1568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63500" y="72943"/>
              <a:ext cx="5819775" cy="10941"/>
            </a:xfrm>
            <a:custGeom>
              <a:avLst/>
              <a:gdLst/>
              <a:ahLst/>
              <a:cxnLst/>
              <a:rect r="r" b="b" t="t" l="l"/>
              <a:pathLst>
                <a:path h="10941" w="5819775">
                  <a:moveTo>
                    <a:pt x="0" y="0"/>
                  </a:moveTo>
                  <a:lnTo>
                    <a:pt x="5819775" y="0"/>
                  </a:lnTo>
                  <a:lnTo>
                    <a:pt x="5819775" y="10942"/>
                  </a:lnTo>
                  <a:lnTo>
                    <a:pt x="0" y="10942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5883275" y="72943"/>
              <a:ext cx="1838325" cy="10941"/>
            </a:xfrm>
            <a:custGeom>
              <a:avLst/>
              <a:gdLst/>
              <a:ahLst/>
              <a:cxnLst/>
              <a:rect r="r" b="b" t="t" l="l"/>
              <a:pathLst>
                <a:path h="10941" w="1838325">
                  <a:moveTo>
                    <a:pt x="0" y="0"/>
                  </a:moveTo>
                  <a:lnTo>
                    <a:pt x="1838325" y="0"/>
                  </a:lnTo>
                  <a:lnTo>
                    <a:pt x="1838325" y="10942"/>
                  </a:lnTo>
                  <a:lnTo>
                    <a:pt x="0" y="10942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2622703" y="8214221"/>
            <a:ext cx="3160090" cy="32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2"/>
              </a:lnSpc>
            </a:pPr>
            <a:r>
              <a:rPr lang="en-US" sz="1959">
                <a:solidFill>
                  <a:srgbClr val="9FB3C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lang="en-US" sz="1959">
                <a:solidFill>
                  <a:srgbClr val="9FB3C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노랑 = 외치기어, 보라 = 입력축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19200" y="9399918"/>
            <a:ext cx="10390356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A7A8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팀 R5 모델(BSR070-049_R5_Bearing_Simplified_50_Parts.step) 렌더 · 분해 간격은 식별용 · 필수 3 · 06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60392" y="2569665"/>
            <a:ext cx="3149044" cy="615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9"/>
              </a:lnSpc>
            </a:pPr>
            <a:r>
              <a:rPr lang="en-US" b="true" sz="2285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부품 묶음</a:t>
            </a:r>
          </a:p>
          <a:p>
            <a:pPr algn="l">
              <a:lnSpc>
                <a:spcPts val="4909"/>
              </a:lnSpc>
            </a:pPr>
            <a:r>
              <a:rPr lang="en-US" sz="2285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입력·출력 커버</a:t>
            </a:r>
          </a:p>
          <a:p>
            <a:pPr algn="l">
              <a:lnSpc>
                <a:spcPts val="4909"/>
              </a:lnSpc>
            </a:pPr>
            <a:r>
              <a:rPr lang="en-US" sz="2285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내치기어 링(하우징) · 외치기어 입력축 (편심 저널 1개)</a:t>
            </a:r>
          </a:p>
          <a:p>
            <a:pPr algn="l">
              <a:lnSpc>
                <a:spcPts val="4909"/>
              </a:lnSpc>
            </a:pPr>
            <a:r>
              <a:rPr lang="en-US" sz="2285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출력 플랜지 · 출력핀</a:t>
            </a:r>
          </a:p>
          <a:p>
            <a:pPr algn="l">
              <a:lnSpc>
                <a:spcPts val="4909"/>
              </a:lnSpc>
            </a:pPr>
            <a:r>
              <a:rPr lang="en-US" sz="2285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출력 부시</a:t>
            </a:r>
          </a:p>
          <a:p>
            <a:pPr algn="l">
              <a:lnSpc>
                <a:spcPts val="4909"/>
              </a:lnSpc>
            </a:pPr>
            <a:r>
              <a:rPr lang="en-US" sz="2285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베어링 (단순 링)</a:t>
            </a:r>
          </a:p>
          <a:p>
            <a:pPr algn="l">
              <a:lnSpc>
                <a:spcPts val="4909"/>
              </a:lnSpc>
            </a:pPr>
            <a:r>
              <a:rPr lang="en-US" sz="2285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오일실 2 · 가스켓 2</a:t>
            </a:r>
          </a:p>
          <a:p>
            <a:pPr algn="l">
              <a:lnSpc>
                <a:spcPts val="4909"/>
              </a:lnSpc>
            </a:pPr>
            <a:r>
              <a:rPr lang="en-US" sz="2285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커버 볼트 (앞·뒤 각 10)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873836" y="2550615"/>
            <a:ext cx="872690" cy="598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308"/>
              </a:lnSpc>
            </a:pPr>
            <a:r>
              <a:rPr lang="en-US" b="true" sz="2471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개수</a:t>
            </a:r>
          </a:p>
          <a:p>
            <a:pPr algn="r">
              <a:lnSpc>
                <a:spcPts val="5308"/>
              </a:lnSpc>
            </a:pPr>
            <a:r>
              <a:rPr lang="en-US" sz="2471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2</a:t>
            </a:r>
          </a:p>
          <a:p>
            <a:pPr algn="r">
              <a:lnSpc>
                <a:spcPts val="5308"/>
              </a:lnSpc>
            </a:pPr>
            <a:r>
              <a:rPr lang="en-US" sz="2471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2</a:t>
            </a:r>
          </a:p>
          <a:p>
            <a:pPr algn="r">
              <a:lnSpc>
                <a:spcPts val="5308"/>
              </a:lnSpc>
            </a:pPr>
            <a:r>
              <a:rPr lang="en-US" sz="2471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1</a:t>
            </a:r>
          </a:p>
          <a:p>
            <a:pPr algn="r">
              <a:lnSpc>
                <a:spcPts val="5308"/>
              </a:lnSpc>
            </a:pPr>
            <a:r>
              <a:rPr lang="en-US" sz="2471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9</a:t>
            </a:r>
          </a:p>
          <a:p>
            <a:pPr algn="r">
              <a:lnSpc>
                <a:spcPts val="5308"/>
              </a:lnSpc>
            </a:pPr>
            <a:r>
              <a:rPr lang="en-US" sz="2471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8</a:t>
            </a:r>
          </a:p>
          <a:p>
            <a:pPr algn="r">
              <a:lnSpc>
                <a:spcPts val="5308"/>
              </a:lnSpc>
            </a:pPr>
            <a:r>
              <a:rPr lang="en-US" sz="2471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4</a:t>
            </a:r>
          </a:p>
          <a:p>
            <a:pPr algn="r">
              <a:lnSpc>
                <a:spcPts val="5308"/>
              </a:lnSpc>
            </a:pPr>
            <a:r>
              <a:rPr lang="en-US" sz="2471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4 </a:t>
            </a:r>
          </a:p>
          <a:p>
            <a:pPr algn="r">
              <a:lnSpc>
                <a:spcPts val="5308"/>
              </a:lnSpc>
            </a:pPr>
            <a:r>
              <a:rPr lang="en-US" sz="2471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20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163800" y="9380868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09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69048" y="1200150"/>
            <a:ext cx="5635485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b="true" sz="2499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02 · 감속기 3D 모델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95297" y="1506852"/>
            <a:ext cx="1208355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50개</a:t>
            </a:r>
            <a:r>
              <a:rPr lang="en-US" b="true" sz="5199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부품을 8개 묶음으로 정리한 3D 모델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0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8F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49469" y="4057650"/>
            <a:ext cx="13106400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00"/>
              </a:lnSpc>
              <a:spcBef>
                <a:spcPct val="0"/>
              </a:spcBef>
            </a:pPr>
            <a:r>
              <a:rPr lang="en-US" sz="15000">
                <a:solidFill>
                  <a:srgbClr val="10233D"/>
                </a:solidFill>
                <a:latin typeface="TDTD와이드"/>
                <a:ea typeface="TDTD와이드"/>
                <a:cs typeface="TDTD와이드"/>
                <a:sym typeface="TDTD와이드"/>
              </a:rPr>
              <a:t>현행 공정 분석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32131" y="3476988"/>
            <a:ext cx="3333024" cy="3333024"/>
            <a:chOff x="0" y="0"/>
            <a:chExt cx="3048000" cy="304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1524000"/>
                  </a:moveTo>
                  <a:cubicBezTo>
                    <a:pt x="0" y="2365682"/>
                    <a:pt x="682318" y="3048000"/>
                    <a:pt x="1524000" y="3048000"/>
                  </a:cubicBezTo>
                  <a:cubicBezTo>
                    <a:pt x="2365682" y="3048000"/>
                    <a:pt x="3048000" y="2365682"/>
                    <a:pt x="3048000" y="1524000"/>
                  </a:cubicBezTo>
                  <a:cubicBezTo>
                    <a:pt x="3048000" y="682318"/>
                    <a:pt x="2365682" y="0"/>
                    <a:pt x="1524000" y="0"/>
                  </a:cubicBezTo>
                  <a:cubicBezTo>
                    <a:pt x="682318" y="0"/>
                    <a:pt x="0" y="682318"/>
                    <a:pt x="0" y="1524000"/>
                  </a:cubicBez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48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426455" y="6211667"/>
            <a:ext cx="13106400" cy="28575"/>
            <a:chOff x="0" y="0"/>
            <a:chExt cx="174752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475200" cy="38100"/>
            </a:xfrm>
            <a:custGeom>
              <a:avLst/>
              <a:gdLst/>
              <a:ahLst/>
              <a:cxnLst/>
              <a:rect r="r" b="b" t="t" l="l"/>
              <a:pathLst>
                <a:path h="38100" w="17475200">
                  <a:moveTo>
                    <a:pt x="0" y="0"/>
                  </a:moveTo>
                  <a:lnTo>
                    <a:pt x="17475200" y="0"/>
                  </a:lnTo>
                  <a:lnTo>
                    <a:pt x="17475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4752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55643" y="4210050"/>
            <a:ext cx="228600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00"/>
              </a:lnSpc>
              <a:spcBef>
                <a:spcPct val="0"/>
              </a:spcBef>
            </a:pPr>
            <a:r>
              <a:rPr lang="en-US" sz="12000" strike="noStrike" u="none">
                <a:solidFill>
                  <a:srgbClr val="FFFFFF"/>
                </a:solidFill>
                <a:latin typeface="TDTD와이드"/>
                <a:ea typeface="TDTD와이드"/>
                <a:cs typeface="TDTD와이드"/>
                <a:sym typeface="TDTD와이드"/>
              </a:rPr>
              <a:t>03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8384"/>
            <a:ext cx="18288000" cy="9876284"/>
            <a:chOff x="0" y="0"/>
            <a:chExt cx="23328566" cy="1259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28503" cy="12598400"/>
            </a:xfrm>
            <a:custGeom>
              <a:avLst/>
              <a:gdLst/>
              <a:ahLst/>
              <a:cxnLst/>
              <a:rect r="r" b="b" t="t" l="l"/>
              <a:pathLst>
                <a:path h="12598400" w="23328503">
                  <a:moveTo>
                    <a:pt x="0" y="0"/>
                  </a:moveTo>
                  <a:lnTo>
                    <a:pt x="23328503" y="0"/>
                  </a:lnTo>
                  <a:lnTo>
                    <a:pt x="23328503" y="12598400"/>
                  </a:lnTo>
                  <a:lnTo>
                    <a:pt x="0" y="1259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106" r="0" b="-2107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163800" y="9323718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11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267264" y="7185736"/>
            <a:ext cx="11608870" cy="859107"/>
          </a:xfrm>
          <a:custGeom>
            <a:avLst/>
            <a:gdLst/>
            <a:ahLst/>
            <a:cxnLst/>
            <a:rect r="r" b="b" t="t" l="l"/>
            <a:pathLst>
              <a:path h="859107" w="11608870">
                <a:moveTo>
                  <a:pt x="0" y="0"/>
                </a:moveTo>
                <a:lnTo>
                  <a:pt x="11608870" y="0"/>
                </a:lnTo>
                <a:lnTo>
                  <a:pt x="11608870" y="859108"/>
                </a:lnTo>
                <a:lnTo>
                  <a:pt x="0" y="8591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498597" y="0"/>
            <a:ext cx="1606359" cy="590111"/>
            <a:chOff x="0" y="0"/>
            <a:chExt cx="6123054" cy="22493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0395" y="46589"/>
              <a:ext cx="5962263" cy="2156184"/>
            </a:xfrm>
            <a:custGeom>
              <a:avLst/>
              <a:gdLst/>
              <a:ahLst/>
              <a:cxnLst/>
              <a:rect r="r" b="b" t="t" l="l"/>
              <a:pathLst>
                <a:path h="2156184" w="5962263">
                  <a:moveTo>
                    <a:pt x="0" y="2055559"/>
                  </a:moveTo>
                  <a:lnTo>
                    <a:pt x="0" y="100626"/>
                  </a:lnTo>
                  <a:cubicBezTo>
                    <a:pt x="0" y="94045"/>
                    <a:pt x="1046" y="87464"/>
                    <a:pt x="3288" y="80969"/>
                  </a:cubicBezTo>
                  <a:cubicBezTo>
                    <a:pt x="5529" y="74474"/>
                    <a:pt x="8817" y="68152"/>
                    <a:pt x="13151" y="62091"/>
                  </a:cubicBezTo>
                  <a:cubicBezTo>
                    <a:pt x="17484" y="56029"/>
                    <a:pt x="22864" y="50140"/>
                    <a:pt x="29140" y="44684"/>
                  </a:cubicBezTo>
                  <a:cubicBezTo>
                    <a:pt x="35416" y="39229"/>
                    <a:pt x="42739" y="34120"/>
                    <a:pt x="50808" y="29443"/>
                  </a:cubicBezTo>
                  <a:cubicBezTo>
                    <a:pt x="58877" y="24767"/>
                    <a:pt x="67694" y="20610"/>
                    <a:pt x="77108" y="16887"/>
                  </a:cubicBezTo>
                  <a:cubicBezTo>
                    <a:pt x="86523" y="13163"/>
                    <a:pt x="96535" y="10132"/>
                    <a:pt x="107145" y="7621"/>
                  </a:cubicBezTo>
                  <a:cubicBezTo>
                    <a:pt x="117754" y="5110"/>
                    <a:pt x="128514" y="3204"/>
                    <a:pt x="139721" y="1905"/>
                  </a:cubicBezTo>
                  <a:cubicBezTo>
                    <a:pt x="150929" y="606"/>
                    <a:pt x="162136" y="0"/>
                    <a:pt x="173643" y="0"/>
                  </a:cubicBezTo>
                  <a:lnTo>
                    <a:pt x="5788622" y="0"/>
                  </a:lnTo>
                  <a:cubicBezTo>
                    <a:pt x="5799979" y="0"/>
                    <a:pt x="5811335" y="606"/>
                    <a:pt x="5822543" y="1905"/>
                  </a:cubicBezTo>
                  <a:cubicBezTo>
                    <a:pt x="5833750" y="3204"/>
                    <a:pt x="5844659" y="5110"/>
                    <a:pt x="5855120" y="7621"/>
                  </a:cubicBezTo>
                  <a:cubicBezTo>
                    <a:pt x="5865580" y="10132"/>
                    <a:pt x="5875741" y="13250"/>
                    <a:pt x="5885156" y="16887"/>
                  </a:cubicBezTo>
                  <a:cubicBezTo>
                    <a:pt x="5894570" y="20524"/>
                    <a:pt x="5903387" y="24767"/>
                    <a:pt x="5911456" y="29443"/>
                  </a:cubicBezTo>
                  <a:cubicBezTo>
                    <a:pt x="5919526" y="34120"/>
                    <a:pt x="5926698" y="39229"/>
                    <a:pt x="5933124" y="44684"/>
                  </a:cubicBezTo>
                  <a:cubicBezTo>
                    <a:pt x="5939550" y="50140"/>
                    <a:pt x="5944780" y="55942"/>
                    <a:pt x="5949113" y="62091"/>
                  </a:cubicBezTo>
                  <a:cubicBezTo>
                    <a:pt x="5953447" y="68239"/>
                    <a:pt x="5956735" y="74474"/>
                    <a:pt x="5958976" y="80969"/>
                  </a:cubicBezTo>
                  <a:cubicBezTo>
                    <a:pt x="5961218" y="87464"/>
                    <a:pt x="5962264" y="93958"/>
                    <a:pt x="5962264" y="100626"/>
                  </a:cubicBezTo>
                  <a:lnTo>
                    <a:pt x="5962264" y="2055559"/>
                  </a:lnTo>
                  <a:cubicBezTo>
                    <a:pt x="5962264" y="2062140"/>
                    <a:pt x="5961218" y="2068722"/>
                    <a:pt x="5958976" y="2075216"/>
                  </a:cubicBezTo>
                  <a:cubicBezTo>
                    <a:pt x="5956735" y="2081711"/>
                    <a:pt x="5953447" y="2088033"/>
                    <a:pt x="5949113" y="2094094"/>
                  </a:cubicBezTo>
                  <a:cubicBezTo>
                    <a:pt x="5944780" y="2100156"/>
                    <a:pt x="5939400" y="2106045"/>
                    <a:pt x="5933124" y="2111501"/>
                  </a:cubicBezTo>
                  <a:cubicBezTo>
                    <a:pt x="5926848" y="2116956"/>
                    <a:pt x="5919526" y="2122066"/>
                    <a:pt x="5911456" y="2126742"/>
                  </a:cubicBezTo>
                  <a:cubicBezTo>
                    <a:pt x="5903387" y="2131418"/>
                    <a:pt x="5894570" y="2135575"/>
                    <a:pt x="5885156" y="2139298"/>
                  </a:cubicBezTo>
                  <a:cubicBezTo>
                    <a:pt x="5875741" y="2143022"/>
                    <a:pt x="5865729" y="2146053"/>
                    <a:pt x="5855120" y="2148564"/>
                  </a:cubicBezTo>
                  <a:cubicBezTo>
                    <a:pt x="5844510" y="2151076"/>
                    <a:pt x="5833750" y="2152981"/>
                    <a:pt x="5822543" y="2154280"/>
                  </a:cubicBezTo>
                  <a:cubicBezTo>
                    <a:pt x="5811335" y="2155579"/>
                    <a:pt x="5800128" y="2156185"/>
                    <a:pt x="5788622" y="2156185"/>
                  </a:cubicBezTo>
                  <a:lnTo>
                    <a:pt x="173643" y="2156185"/>
                  </a:lnTo>
                  <a:cubicBezTo>
                    <a:pt x="162286" y="2156185"/>
                    <a:pt x="150929" y="2155579"/>
                    <a:pt x="139721" y="2154280"/>
                  </a:cubicBezTo>
                  <a:cubicBezTo>
                    <a:pt x="128514" y="2152981"/>
                    <a:pt x="117605" y="2151076"/>
                    <a:pt x="107145" y="2148564"/>
                  </a:cubicBezTo>
                  <a:cubicBezTo>
                    <a:pt x="96684" y="2146053"/>
                    <a:pt x="86523" y="2142935"/>
                    <a:pt x="77108" y="2139298"/>
                  </a:cubicBezTo>
                  <a:cubicBezTo>
                    <a:pt x="67694" y="2135661"/>
                    <a:pt x="58877" y="2131418"/>
                    <a:pt x="50808" y="2126742"/>
                  </a:cubicBezTo>
                  <a:cubicBezTo>
                    <a:pt x="42739" y="2122066"/>
                    <a:pt x="35566" y="2116956"/>
                    <a:pt x="29140" y="2111501"/>
                  </a:cubicBezTo>
                  <a:cubicBezTo>
                    <a:pt x="22714" y="2106045"/>
                    <a:pt x="17484" y="2100243"/>
                    <a:pt x="13151" y="2094094"/>
                  </a:cubicBezTo>
                  <a:cubicBezTo>
                    <a:pt x="8817" y="2087946"/>
                    <a:pt x="5529" y="2081711"/>
                    <a:pt x="3288" y="2075216"/>
                  </a:cubicBezTo>
                  <a:cubicBezTo>
                    <a:pt x="1046" y="2068722"/>
                    <a:pt x="0" y="2062227"/>
                    <a:pt x="0" y="2055559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4717" y="43299"/>
              <a:ext cx="5973470" cy="2162679"/>
            </a:xfrm>
            <a:custGeom>
              <a:avLst/>
              <a:gdLst/>
              <a:ahLst/>
              <a:cxnLst/>
              <a:rect r="r" b="b" t="t" l="l"/>
              <a:pathLst>
                <a:path h="2162679" w="5973470">
                  <a:moveTo>
                    <a:pt x="0" y="2058849"/>
                  </a:moveTo>
                  <a:lnTo>
                    <a:pt x="0" y="103916"/>
                  </a:lnTo>
                  <a:lnTo>
                    <a:pt x="5678" y="103916"/>
                  </a:lnTo>
                  <a:lnTo>
                    <a:pt x="0" y="103916"/>
                  </a:lnTo>
                  <a:cubicBezTo>
                    <a:pt x="0" y="97075"/>
                    <a:pt x="1195" y="90321"/>
                    <a:pt x="3437" y="83653"/>
                  </a:cubicBezTo>
                  <a:lnTo>
                    <a:pt x="8966" y="84259"/>
                  </a:lnTo>
                  <a:lnTo>
                    <a:pt x="3437" y="83653"/>
                  </a:lnTo>
                  <a:cubicBezTo>
                    <a:pt x="5678" y="76985"/>
                    <a:pt x="9115" y="70490"/>
                    <a:pt x="13598" y="64168"/>
                  </a:cubicBezTo>
                  <a:cubicBezTo>
                    <a:pt x="18081" y="57847"/>
                    <a:pt x="23611" y="51871"/>
                    <a:pt x="30186" y="46243"/>
                  </a:cubicBezTo>
                  <a:cubicBezTo>
                    <a:pt x="36761" y="40614"/>
                    <a:pt x="44232" y="35331"/>
                    <a:pt x="52451" y="30482"/>
                  </a:cubicBezTo>
                  <a:cubicBezTo>
                    <a:pt x="60820" y="25632"/>
                    <a:pt x="69786" y="21389"/>
                    <a:pt x="79648" y="17579"/>
                  </a:cubicBezTo>
                  <a:lnTo>
                    <a:pt x="82786" y="20263"/>
                  </a:lnTo>
                  <a:lnTo>
                    <a:pt x="79648" y="17579"/>
                  </a:lnTo>
                  <a:cubicBezTo>
                    <a:pt x="89511" y="13769"/>
                    <a:pt x="99822" y="10564"/>
                    <a:pt x="110581" y="7967"/>
                  </a:cubicBezTo>
                  <a:cubicBezTo>
                    <a:pt x="121490" y="5369"/>
                    <a:pt x="132697" y="3377"/>
                    <a:pt x="144204" y="2078"/>
                  </a:cubicBezTo>
                  <a:cubicBezTo>
                    <a:pt x="155860" y="692"/>
                    <a:pt x="167515" y="0"/>
                    <a:pt x="179321" y="0"/>
                  </a:cubicBezTo>
                  <a:lnTo>
                    <a:pt x="179321" y="3290"/>
                  </a:lnTo>
                  <a:lnTo>
                    <a:pt x="179321" y="0"/>
                  </a:lnTo>
                  <a:lnTo>
                    <a:pt x="5794300" y="0"/>
                  </a:lnTo>
                  <a:lnTo>
                    <a:pt x="5794300" y="3290"/>
                  </a:lnTo>
                  <a:lnTo>
                    <a:pt x="5794300" y="0"/>
                  </a:lnTo>
                  <a:cubicBezTo>
                    <a:pt x="5806105" y="0"/>
                    <a:pt x="5817761" y="692"/>
                    <a:pt x="5829267" y="1991"/>
                  </a:cubicBezTo>
                  <a:lnTo>
                    <a:pt x="5828221" y="5195"/>
                  </a:lnTo>
                  <a:lnTo>
                    <a:pt x="5829267" y="1991"/>
                  </a:lnTo>
                  <a:cubicBezTo>
                    <a:pt x="5840773" y="3290"/>
                    <a:pt x="5851981" y="5282"/>
                    <a:pt x="5862890" y="7880"/>
                  </a:cubicBezTo>
                  <a:lnTo>
                    <a:pt x="5860798" y="10911"/>
                  </a:lnTo>
                  <a:lnTo>
                    <a:pt x="5862890" y="7880"/>
                  </a:lnTo>
                  <a:cubicBezTo>
                    <a:pt x="5873799" y="10478"/>
                    <a:pt x="5884109" y="13682"/>
                    <a:pt x="5893823" y="17492"/>
                  </a:cubicBezTo>
                  <a:cubicBezTo>
                    <a:pt x="5903685" y="21303"/>
                    <a:pt x="5912651" y="25632"/>
                    <a:pt x="5921020" y="30395"/>
                  </a:cubicBezTo>
                  <a:lnTo>
                    <a:pt x="5916985" y="32733"/>
                  </a:lnTo>
                  <a:lnTo>
                    <a:pt x="5921020" y="30395"/>
                  </a:lnTo>
                  <a:cubicBezTo>
                    <a:pt x="5929388" y="35245"/>
                    <a:pt x="5936710" y="40441"/>
                    <a:pt x="5943285" y="46156"/>
                  </a:cubicBezTo>
                  <a:cubicBezTo>
                    <a:pt x="5949860" y="51871"/>
                    <a:pt x="5955389" y="57847"/>
                    <a:pt x="5959872" y="64082"/>
                  </a:cubicBezTo>
                  <a:cubicBezTo>
                    <a:pt x="5964355" y="70403"/>
                    <a:pt x="5967792" y="76898"/>
                    <a:pt x="5970034" y="83566"/>
                  </a:cubicBezTo>
                  <a:lnTo>
                    <a:pt x="5964505" y="84172"/>
                  </a:lnTo>
                  <a:lnTo>
                    <a:pt x="5970034" y="83566"/>
                  </a:lnTo>
                  <a:cubicBezTo>
                    <a:pt x="5972275" y="90234"/>
                    <a:pt x="5973470" y="96989"/>
                    <a:pt x="5973470" y="103830"/>
                  </a:cubicBezTo>
                  <a:lnTo>
                    <a:pt x="5973470" y="2058849"/>
                  </a:lnTo>
                  <a:cubicBezTo>
                    <a:pt x="5973470" y="2065690"/>
                    <a:pt x="5972275" y="2072445"/>
                    <a:pt x="5970034" y="2079113"/>
                  </a:cubicBezTo>
                  <a:lnTo>
                    <a:pt x="5964505" y="2078506"/>
                  </a:lnTo>
                  <a:lnTo>
                    <a:pt x="5970034" y="2079113"/>
                  </a:lnTo>
                  <a:cubicBezTo>
                    <a:pt x="5967792" y="2085781"/>
                    <a:pt x="5964355" y="2092275"/>
                    <a:pt x="5959872" y="2098597"/>
                  </a:cubicBezTo>
                  <a:lnTo>
                    <a:pt x="5954642" y="2097384"/>
                  </a:lnTo>
                  <a:lnTo>
                    <a:pt x="5959872" y="2098597"/>
                  </a:lnTo>
                  <a:cubicBezTo>
                    <a:pt x="5955389" y="2104919"/>
                    <a:pt x="5949860" y="2110894"/>
                    <a:pt x="5943285" y="2116523"/>
                  </a:cubicBezTo>
                  <a:cubicBezTo>
                    <a:pt x="5936710" y="2122238"/>
                    <a:pt x="5929238" y="2127434"/>
                    <a:pt x="5921020" y="2132283"/>
                  </a:cubicBezTo>
                  <a:cubicBezTo>
                    <a:pt x="5912651" y="2137133"/>
                    <a:pt x="5903685" y="2141376"/>
                    <a:pt x="5893823" y="2145186"/>
                  </a:cubicBezTo>
                  <a:cubicBezTo>
                    <a:pt x="5883960" y="2148997"/>
                    <a:pt x="5873649" y="2152201"/>
                    <a:pt x="5862890" y="2154799"/>
                  </a:cubicBezTo>
                  <a:cubicBezTo>
                    <a:pt x="5851981" y="2157397"/>
                    <a:pt x="5840773" y="2159388"/>
                    <a:pt x="5829267" y="2160687"/>
                  </a:cubicBezTo>
                  <a:lnTo>
                    <a:pt x="5828221" y="2157483"/>
                  </a:lnTo>
                  <a:lnTo>
                    <a:pt x="5829267" y="2160687"/>
                  </a:lnTo>
                  <a:cubicBezTo>
                    <a:pt x="5817761" y="2161986"/>
                    <a:pt x="5806105" y="2162679"/>
                    <a:pt x="5794300" y="2162679"/>
                  </a:cubicBezTo>
                  <a:lnTo>
                    <a:pt x="179321" y="2162679"/>
                  </a:lnTo>
                  <a:cubicBezTo>
                    <a:pt x="167515" y="2162679"/>
                    <a:pt x="155860" y="2161986"/>
                    <a:pt x="144353" y="2160687"/>
                  </a:cubicBezTo>
                  <a:cubicBezTo>
                    <a:pt x="132847" y="2159388"/>
                    <a:pt x="121639" y="2157397"/>
                    <a:pt x="110730" y="2154799"/>
                  </a:cubicBezTo>
                  <a:cubicBezTo>
                    <a:pt x="99822" y="2152201"/>
                    <a:pt x="89511" y="2148997"/>
                    <a:pt x="79798" y="2145186"/>
                  </a:cubicBezTo>
                  <a:cubicBezTo>
                    <a:pt x="69935" y="2141376"/>
                    <a:pt x="60969" y="2137046"/>
                    <a:pt x="52601" y="2132283"/>
                  </a:cubicBezTo>
                  <a:cubicBezTo>
                    <a:pt x="44232" y="2127434"/>
                    <a:pt x="36910" y="2122238"/>
                    <a:pt x="30335" y="2116523"/>
                  </a:cubicBezTo>
                  <a:lnTo>
                    <a:pt x="34967" y="2114704"/>
                  </a:lnTo>
                  <a:lnTo>
                    <a:pt x="30335" y="2116523"/>
                  </a:lnTo>
                  <a:cubicBezTo>
                    <a:pt x="23760" y="2110807"/>
                    <a:pt x="18231" y="2104832"/>
                    <a:pt x="13748" y="2098597"/>
                  </a:cubicBezTo>
                  <a:cubicBezTo>
                    <a:pt x="9265" y="2092275"/>
                    <a:pt x="5828" y="2085781"/>
                    <a:pt x="3586" y="2079113"/>
                  </a:cubicBezTo>
                  <a:cubicBezTo>
                    <a:pt x="1345" y="2072445"/>
                    <a:pt x="149" y="2065690"/>
                    <a:pt x="149" y="2058849"/>
                  </a:cubicBezTo>
                  <a:lnTo>
                    <a:pt x="5828" y="2058849"/>
                  </a:lnTo>
                  <a:lnTo>
                    <a:pt x="0" y="2058849"/>
                  </a:lnTo>
                  <a:moveTo>
                    <a:pt x="11207" y="2058849"/>
                  </a:moveTo>
                  <a:cubicBezTo>
                    <a:pt x="11207" y="2065257"/>
                    <a:pt x="12254" y="2071579"/>
                    <a:pt x="14495" y="2077814"/>
                  </a:cubicBezTo>
                  <a:lnTo>
                    <a:pt x="8966" y="2078420"/>
                  </a:lnTo>
                  <a:lnTo>
                    <a:pt x="14495" y="2077814"/>
                  </a:lnTo>
                  <a:cubicBezTo>
                    <a:pt x="16587" y="2084049"/>
                    <a:pt x="19875" y="2090197"/>
                    <a:pt x="24059" y="2096086"/>
                  </a:cubicBezTo>
                  <a:lnTo>
                    <a:pt x="18829" y="2097298"/>
                  </a:lnTo>
                  <a:lnTo>
                    <a:pt x="24059" y="2096086"/>
                  </a:lnTo>
                  <a:cubicBezTo>
                    <a:pt x="28243" y="2101974"/>
                    <a:pt x="33473" y="2107603"/>
                    <a:pt x="39600" y="2112885"/>
                  </a:cubicBezTo>
                  <a:cubicBezTo>
                    <a:pt x="45727" y="2118168"/>
                    <a:pt x="52750" y="2123104"/>
                    <a:pt x="60521" y="2127607"/>
                  </a:cubicBezTo>
                  <a:lnTo>
                    <a:pt x="56486" y="2129945"/>
                  </a:lnTo>
                  <a:lnTo>
                    <a:pt x="60521" y="2127607"/>
                  </a:lnTo>
                  <a:cubicBezTo>
                    <a:pt x="68291" y="2132110"/>
                    <a:pt x="76809" y="2136180"/>
                    <a:pt x="85924" y="2139731"/>
                  </a:cubicBezTo>
                  <a:lnTo>
                    <a:pt x="82786" y="2142415"/>
                  </a:lnTo>
                  <a:lnTo>
                    <a:pt x="85924" y="2139731"/>
                  </a:lnTo>
                  <a:cubicBezTo>
                    <a:pt x="95040" y="2143281"/>
                    <a:pt x="104753" y="2146312"/>
                    <a:pt x="115064" y="2148737"/>
                  </a:cubicBezTo>
                  <a:lnTo>
                    <a:pt x="112972" y="2151768"/>
                  </a:lnTo>
                  <a:lnTo>
                    <a:pt x="115064" y="2148737"/>
                  </a:lnTo>
                  <a:cubicBezTo>
                    <a:pt x="125226" y="2151161"/>
                    <a:pt x="135835" y="2153067"/>
                    <a:pt x="146595" y="2154279"/>
                  </a:cubicBezTo>
                  <a:lnTo>
                    <a:pt x="145549" y="2157483"/>
                  </a:lnTo>
                  <a:lnTo>
                    <a:pt x="146595" y="2154279"/>
                  </a:lnTo>
                  <a:cubicBezTo>
                    <a:pt x="157354" y="2155491"/>
                    <a:pt x="168412" y="2156184"/>
                    <a:pt x="179321" y="2156184"/>
                  </a:cubicBezTo>
                  <a:lnTo>
                    <a:pt x="179321" y="2159388"/>
                  </a:lnTo>
                  <a:lnTo>
                    <a:pt x="179321" y="2156271"/>
                  </a:lnTo>
                  <a:lnTo>
                    <a:pt x="5794300" y="2156271"/>
                  </a:lnTo>
                  <a:lnTo>
                    <a:pt x="5794300" y="2159562"/>
                  </a:lnTo>
                  <a:lnTo>
                    <a:pt x="5794300" y="2156357"/>
                  </a:lnTo>
                  <a:cubicBezTo>
                    <a:pt x="5805357" y="2156357"/>
                    <a:pt x="5816266" y="2155751"/>
                    <a:pt x="5827025" y="2154452"/>
                  </a:cubicBezTo>
                  <a:cubicBezTo>
                    <a:pt x="5837785" y="2153240"/>
                    <a:pt x="5848394" y="2151335"/>
                    <a:pt x="5858556" y="2148910"/>
                  </a:cubicBezTo>
                  <a:lnTo>
                    <a:pt x="5860648" y="2151941"/>
                  </a:lnTo>
                  <a:lnTo>
                    <a:pt x="5858556" y="2148910"/>
                  </a:lnTo>
                  <a:cubicBezTo>
                    <a:pt x="5868718" y="2146485"/>
                    <a:pt x="5878431" y="2143454"/>
                    <a:pt x="5887696" y="2139904"/>
                  </a:cubicBezTo>
                  <a:lnTo>
                    <a:pt x="5890834" y="2142588"/>
                  </a:lnTo>
                  <a:lnTo>
                    <a:pt x="5887696" y="2139904"/>
                  </a:lnTo>
                  <a:cubicBezTo>
                    <a:pt x="5896812" y="2136353"/>
                    <a:pt x="5905329" y="2132283"/>
                    <a:pt x="5913100" y="2127780"/>
                  </a:cubicBezTo>
                  <a:lnTo>
                    <a:pt x="5917134" y="2130118"/>
                  </a:lnTo>
                  <a:lnTo>
                    <a:pt x="5913100" y="2127780"/>
                  </a:lnTo>
                  <a:cubicBezTo>
                    <a:pt x="5920870" y="2123277"/>
                    <a:pt x="5927893" y="2118341"/>
                    <a:pt x="5934020" y="2113059"/>
                  </a:cubicBezTo>
                  <a:lnTo>
                    <a:pt x="5938653" y="2114877"/>
                  </a:lnTo>
                  <a:lnTo>
                    <a:pt x="5934020" y="2113059"/>
                  </a:lnTo>
                  <a:cubicBezTo>
                    <a:pt x="5940147" y="2107776"/>
                    <a:pt x="5945378" y="2102147"/>
                    <a:pt x="5949561" y="2096172"/>
                  </a:cubicBezTo>
                  <a:cubicBezTo>
                    <a:pt x="5953746" y="2090284"/>
                    <a:pt x="5957033" y="2084135"/>
                    <a:pt x="5959125" y="2077900"/>
                  </a:cubicBezTo>
                  <a:cubicBezTo>
                    <a:pt x="5961217" y="2071665"/>
                    <a:pt x="5962413" y="2065257"/>
                    <a:pt x="5962413" y="2058935"/>
                  </a:cubicBezTo>
                  <a:lnTo>
                    <a:pt x="5967942" y="2058935"/>
                  </a:lnTo>
                  <a:lnTo>
                    <a:pt x="5962413" y="2058935"/>
                  </a:lnTo>
                  <a:lnTo>
                    <a:pt x="5962413" y="103916"/>
                  </a:lnTo>
                  <a:lnTo>
                    <a:pt x="5968091" y="103916"/>
                  </a:lnTo>
                  <a:lnTo>
                    <a:pt x="5962413" y="103916"/>
                  </a:lnTo>
                  <a:cubicBezTo>
                    <a:pt x="5962413" y="97508"/>
                    <a:pt x="5961367" y="91187"/>
                    <a:pt x="5959125" y="84865"/>
                  </a:cubicBezTo>
                  <a:cubicBezTo>
                    <a:pt x="5957033" y="78630"/>
                    <a:pt x="5953746" y="72482"/>
                    <a:pt x="5949561" y="66593"/>
                  </a:cubicBezTo>
                  <a:lnTo>
                    <a:pt x="5954791" y="65381"/>
                  </a:lnTo>
                  <a:lnTo>
                    <a:pt x="5949561" y="66593"/>
                  </a:lnTo>
                  <a:cubicBezTo>
                    <a:pt x="5945378" y="60704"/>
                    <a:pt x="5940147" y="55075"/>
                    <a:pt x="5934020" y="49706"/>
                  </a:cubicBezTo>
                  <a:lnTo>
                    <a:pt x="5938653" y="47888"/>
                  </a:lnTo>
                  <a:lnTo>
                    <a:pt x="5934020" y="49706"/>
                  </a:lnTo>
                  <a:cubicBezTo>
                    <a:pt x="5927893" y="44424"/>
                    <a:pt x="5920870" y="39488"/>
                    <a:pt x="5913100" y="34985"/>
                  </a:cubicBezTo>
                  <a:cubicBezTo>
                    <a:pt x="5905329" y="30482"/>
                    <a:pt x="5896812" y="26412"/>
                    <a:pt x="5887696" y="22861"/>
                  </a:cubicBezTo>
                  <a:lnTo>
                    <a:pt x="5890834" y="20177"/>
                  </a:lnTo>
                  <a:lnTo>
                    <a:pt x="5887696" y="22861"/>
                  </a:lnTo>
                  <a:cubicBezTo>
                    <a:pt x="5878580" y="19311"/>
                    <a:pt x="5868867" y="16280"/>
                    <a:pt x="5858705" y="13855"/>
                  </a:cubicBezTo>
                  <a:cubicBezTo>
                    <a:pt x="5848544" y="11430"/>
                    <a:pt x="5837935" y="9525"/>
                    <a:pt x="5827175" y="8313"/>
                  </a:cubicBezTo>
                  <a:cubicBezTo>
                    <a:pt x="5816416" y="7101"/>
                    <a:pt x="5805357" y="6408"/>
                    <a:pt x="5794449" y="6408"/>
                  </a:cubicBezTo>
                  <a:lnTo>
                    <a:pt x="179321" y="6408"/>
                  </a:lnTo>
                  <a:cubicBezTo>
                    <a:pt x="168263" y="6408"/>
                    <a:pt x="157354" y="7014"/>
                    <a:pt x="146595" y="8313"/>
                  </a:cubicBezTo>
                  <a:lnTo>
                    <a:pt x="145549" y="5109"/>
                  </a:lnTo>
                  <a:lnTo>
                    <a:pt x="146595" y="8313"/>
                  </a:lnTo>
                  <a:cubicBezTo>
                    <a:pt x="135835" y="9525"/>
                    <a:pt x="125226" y="11430"/>
                    <a:pt x="115064" y="13855"/>
                  </a:cubicBezTo>
                  <a:lnTo>
                    <a:pt x="112972" y="10824"/>
                  </a:lnTo>
                  <a:lnTo>
                    <a:pt x="115064" y="13855"/>
                  </a:lnTo>
                  <a:cubicBezTo>
                    <a:pt x="104903" y="16280"/>
                    <a:pt x="95189" y="19311"/>
                    <a:pt x="86074" y="22861"/>
                  </a:cubicBezTo>
                  <a:cubicBezTo>
                    <a:pt x="76958" y="26412"/>
                    <a:pt x="68441" y="30482"/>
                    <a:pt x="60670" y="34985"/>
                  </a:cubicBezTo>
                  <a:lnTo>
                    <a:pt x="56635" y="32647"/>
                  </a:lnTo>
                  <a:lnTo>
                    <a:pt x="60670" y="34985"/>
                  </a:lnTo>
                  <a:cubicBezTo>
                    <a:pt x="52900" y="39488"/>
                    <a:pt x="45876" y="44424"/>
                    <a:pt x="39749" y="49706"/>
                  </a:cubicBezTo>
                  <a:lnTo>
                    <a:pt x="35117" y="47888"/>
                  </a:lnTo>
                  <a:lnTo>
                    <a:pt x="39749" y="49706"/>
                  </a:lnTo>
                  <a:cubicBezTo>
                    <a:pt x="33623" y="54989"/>
                    <a:pt x="28392" y="60618"/>
                    <a:pt x="24208" y="66593"/>
                  </a:cubicBezTo>
                  <a:lnTo>
                    <a:pt x="18978" y="65381"/>
                  </a:lnTo>
                  <a:lnTo>
                    <a:pt x="24208" y="66593"/>
                  </a:lnTo>
                  <a:cubicBezTo>
                    <a:pt x="20024" y="72482"/>
                    <a:pt x="16737" y="78630"/>
                    <a:pt x="14644" y="84865"/>
                  </a:cubicBezTo>
                  <a:cubicBezTo>
                    <a:pt x="12552" y="91100"/>
                    <a:pt x="11207" y="97508"/>
                    <a:pt x="11207" y="103916"/>
                  </a:cubicBezTo>
                  <a:lnTo>
                    <a:pt x="11207" y="2058849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907577" y="9810750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64809" y="5798936"/>
            <a:ext cx="774283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현대 아틀라스공정 목표 약 하루 6~7000개!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0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8F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49469" y="4076700"/>
            <a:ext cx="131064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599"/>
              </a:lnSpc>
              <a:spcBef>
                <a:spcPct val="0"/>
              </a:spcBef>
            </a:pPr>
            <a:r>
              <a:rPr lang="en-US" sz="12999">
                <a:solidFill>
                  <a:srgbClr val="10233D"/>
                </a:solidFill>
                <a:latin typeface="TDTD와이드"/>
                <a:ea typeface="TDTD와이드"/>
                <a:cs typeface="TDTD와이드"/>
                <a:sym typeface="TDTD와이드"/>
              </a:rPr>
              <a:t>자동화 라인 설계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32131" y="3476988"/>
            <a:ext cx="3333024" cy="3333024"/>
            <a:chOff x="0" y="0"/>
            <a:chExt cx="3048000" cy="304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1524000"/>
                  </a:moveTo>
                  <a:cubicBezTo>
                    <a:pt x="0" y="2365682"/>
                    <a:pt x="682318" y="3048000"/>
                    <a:pt x="1524000" y="3048000"/>
                  </a:cubicBezTo>
                  <a:cubicBezTo>
                    <a:pt x="2365682" y="3048000"/>
                    <a:pt x="3048000" y="2365682"/>
                    <a:pt x="3048000" y="1524000"/>
                  </a:cubicBezTo>
                  <a:cubicBezTo>
                    <a:pt x="3048000" y="682318"/>
                    <a:pt x="2365682" y="0"/>
                    <a:pt x="1524000" y="0"/>
                  </a:cubicBezTo>
                  <a:cubicBezTo>
                    <a:pt x="682318" y="0"/>
                    <a:pt x="0" y="682318"/>
                    <a:pt x="0" y="1524000"/>
                  </a:cubicBez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48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426455" y="6211667"/>
            <a:ext cx="13106400" cy="28575"/>
            <a:chOff x="0" y="0"/>
            <a:chExt cx="174752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475200" cy="38100"/>
            </a:xfrm>
            <a:custGeom>
              <a:avLst/>
              <a:gdLst/>
              <a:ahLst/>
              <a:cxnLst/>
              <a:rect r="r" b="b" t="t" l="l"/>
              <a:pathLst>
                <a:path h="38100" w="17475200">
                  <a:moveTo>
                    <a:pt x="0" y="0"/>
                  </a:moveTo>
                  <a:lnTo>
                    <a:pt x="17475200" y="0"/>
                  </a:lnTo>
                  <a:lnTo>
                    <a:pt x="17475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4752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55643" y="4210050"/>
            <a:ext cx="228600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00"/>
              </a:lnSpc>
              <a:spcBef>
                <a:spcPct val="0"/>
              </a:spcBef>
            </a:pPr>
            <a:r>
              <a:rPr lang="en-US" sz="12000" strike="noStrike" u="none">
                <a:solidFill>
                  <a:srgbClr val="FFFFFF"/>
                </a:solidFill>
                <a:latin typeface="TDTD와이드"/>
                <a:ea typeface="TDTD와이드"/>
                <a:cs typeface="TDTD와이드"/>
                <a:sym typeface="TDTD와이드"/>
              </a:rP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7982" y="8473359"/>
            <a:ext cx="16809794" cy="727347"/>
            <a:chOff x="0" y="0"/>
            <a:chExt cx="211328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328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132800">
                  <a:moveTo>
                    <a:pt x="143695" y="0"/>
                  </a:moveTo>
                  <a:lnTo>
                    <a:pt x="20989105" y="0"/>
                  </a:lnTo>
                  <a:cubicBezTo>
                    <a:pt x="21027216" y="0"/>
                    <a:pt x="21063765" y="15139"/>
                    <a:pt x="21090713" y="42087"/>
                  </a:cubicBezTo>
                  <a:cubicBezTo>
                    <a:pt x="21117661" y="69035"/>
                    <a:pt x="21132800" y="105585"/>
                    <a:pt x="21132800" y="143695"/>
                  </a:cubicBezTo>
                  <a:lnTo>
                    <a:pt x="21132800" y="770705"/>
                  </a:lnTo>
                  <a:cubicBezTo>
                    <a:pt x="21132800" y="808815"/>
                    <a:pt x="21117661" y="845365"/>
                    <a:pt x="21090713" y="872313"/>
                  </a:cubicBezTo>
                  <a:cubicBezTo>
                    <a:pt x="21063765" y="899261"/>
                    <a:pt x="21027216" y="914400"/>
                    <a:pt x="20989105" y="914400"/>
                  </a:cubicBezTo>
                  <a:lnTo>
                    <a:pt x="143695" y="914400"/>
                  </a:lnTo>
                  <a:cubicBezTo>
                    <a:pt x="105585" y="914400"/>
                    <a:pt x="69035" y="899261"/>
                    <a:pt x="42087" y="872313"/>
                  </a:cubicBezTo>
                  <a:cubicBezTo>
                    <a:pt x="15139" y="845365"/>
                    <a:pt x="0" y="808815"/>
                    <a:pt x="0" y="770705"/>
                  </a:cubicBezTo>
                  <a:lnTo>
                    <a:pt x="0" y="143695"/>
                  </a:lnTo>
                  <a:cubicBezTo>
                    <a:pt x="0" y="105585"/>
                    <a:pt x="15139" y="69035"/>
                    <a:pt x="42087" y="42087"/>
                  </a:cubicBezTo>
                  <a:cubicBezTo>
                    <a:pt x="69035" y="15139"/>
                    <a:pt x="105585" y="0"/>
                    <a:pt x="143695" y="0"/>
                  </a:cubicBezTo>
                  <a:close/>
                </a:path>
              </a:pathLst>
            </a:custGeom>
            <a:solidFill>
              <a:srgbClr val="10233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1328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87982" y="7384647"/>
            <a:ext cx="8243264" cy="769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8"/>
              </a:lnSpc>
              <a:spcBef>
                <a:spcPct val="0"/>
              </a:spcBef>
            </a:pPr>
            <a:r>
              <a:rPr lang="en-US" sz="2227" strike="noStrike" u="none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셀마다 로봇·지그 중복 → 투자비 증가</a:t>
            </a:r>
          </a:p>
          <a:p>
            <a:pPr algn="l" marL="0" indent="0" lvl="0">
              <a:lnSpc>
                <a:spcPts val="3118"/>
              </a:lnSpc>
              <a:spcBef>
                <a:spcPct val="0"/>
              </a:spcBef>
            </a:pPr>
            <a:r>
              <a:rPr lang="en-US" sz="2227" strike="noStrike" u="none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셀 간 이송을 AMR 다수가 담당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7982" y="2546347"/>
            <a:ext cx="8243264" cy="427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3"/>
              </a:lnSpc>
              <a:spcBef>
                <a:spcPct val="0"/>
              </a:spcBef>
            </a:pPr>
            <a:r>
              <a:rPr lang="en-US" b="true" sz="2545" strike="noStrike" u="none">
                <a:solidFill>
                  <a:srgbClr val="6A7A8E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셀 + AMR (검토안)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2880" y="8606993"/>
            <a:ext cx="15839998" cy="375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8"/>
              </a:lnSpc>
              <a:spcBef>
                <a:spcPct val="0"/>
              </a:spcBef>
            </a:pPr>
            <a:r>
              <a:rPr lang="en-US" b="true" sz="2227" strike="noStrike" u="none">
                <a:solidFill>
                  <a:srgbClr val="FFFFFF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결론: 단일 품종 · 자동화 우선 → 컨베이어 라인 채택   |   셀 방식은 다품종 확장 단계에서 재검토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54512" y="7384647"/>
            <a:ext cx="8243264" cy="769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8"/>
              </a:lnSpc>
              <a:spcBef>
                <a:spcPct val="0"/>
              </a:spcBef>
            </a:pPr>
            <a:r>
              <a:rPr lang="en-US" sz="2227" strike="noStrike" u="none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고정 택트 · 병목 스테이션이 바로 보임</a:t>
            </a:r>
          </a:p>
          <a:p>
            <a:pPr algn="l" marL="0" indent="0" lvl="0">
              <a:lnSpc>
                <a:spcPts val="3118"/>
              </a:lnSpc>
              <a:spcBef>
                <a:spcPct val="0"/>
              </a:spcBef>
            </a:pPr>
            <a:r>
              <a:rPr lang="en-US" sz="2227" strike="noStrike" u="none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스테이션마다 인라인 판정, NG 즉시 배출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87982" y="3179890"/>
            <a:ext cx="8243264" cy="4040816"/>
          </a:xfrm>
          <a:custGeom>
            <a:avLst/>
            <a:gdLst/>
            <a:ahLst/>
            <a:cxnLst/>
            <a:rect r="r" b="b" t="t" l="l"/>
            <a:pathLst>
              <a:path h="4040816" w="8243264">
                <a:moveTo>
                  <a:pt x="0" y="0"/>
                </a:moveTo>
                <a:lnTo>
                  <a:pt x="8243264" y="0"/>
                </a:lnTo>
                <a:lnTo>
                  <a:pt x="8243264" y="4040816"/>
                </a:lnTo>
                <a:lnTo>
                  <a:pt x="0" y="4040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999" r="0" b="-2194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19200" y="9399918"/>
            <a:ext cx="13335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A7A8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참고 사례: Eyou·포산 관절 모듈 자동 라인(푸둥신구·China Daily), HMGICS 셀 생산(현대자동차그룹)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54512" y="2546347"/>
            <a:ext cx="8243264" cy="427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3"/>
              </a:lnSpc>
              <a:spcBef>
                <a:spcPct val="0"/>
              </a:spcBef>
            </a:pPr>
            <a:r>
              <a:rPr lang="en-US" b="true" sz="2545" strike="noStrike" u="none">
                <a:solidFill>
                  <a:srgbClr val="1976D2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컨베이어 라인 (채택)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454512" y="3179890"/>
            <a:ext cx="8243264" cy="4040816"/>
          </a:xfrm>
          <a:custGeom>
            <a:avLst/>
            <a:gdLst/>
            <a:ahLst/>
            <a:cxnLst/>
            <a:rect r="r" b="b" t="t" l="l"/>
            <a:pathLst>
              <a:path h="4040816" w="8243264">
                <a:moveTo>
                  <a:pt x="0" y="0"/>
                </a:moveTo>
                <a:lnTo>
                  <a:pt x="8243264" y="0"/>
                </a:lnTo>
                <a:lnTo>
                  <a:pt x="8243264" y="4040816"/>
                </a:lnTo>
                <a:lnTo>
                  <a:pt x="0" y="4040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6499" r="0" b="-2649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163800" y="9380868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13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9048" y="1200150"/>
            <a:ext cx="5635485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b="true" sz="2499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04 · 구현 방식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5297" y="1506852"/>
            <a:ext cx="1208355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컨베이어 라인을</a:t>
            </a:r>
            <a:r>
              <a:rPr lang="en-US" b="true" sz="5199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택한 이유 — 자동화 우선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533650"/>
            <a:ext cx="4361738" cy="2191828"/>
            <a:chOff x="0" y="0"/>
            <a:chExt cx="5054600" cy="254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4473" cy="2540000"/>
            </a:xfrm>
            <a:custGeom>
              <a:avLst/>
              <a:gdLst/>
              <a:ahLst/>
              <a:cxnLst/>
              <a:rect r="r" b="b" t="t" l="l"/>
              <a:pathLst>
                <a:path h="2540000" w="5054473">
                  <a:moveTo>
                    <a:pt x="152400" y="0"/>
                  </a:moveTo>
                  <a:cubicBezTo>
                    <a:pt x="132207" y="0"/>
                    <a:pt x="112776" y="3810"/>
                    <a:pt x="94107" y="11557"/>
                  </a:cubicBezTo>
                  <a:cubicBezTo>
                    <a:pt x="75438" y="19304"/>
                    <a:pt x="58928" y="30353"/>
                    <a:pt x="44577" y="44577"/>
                  </a:cubicBezTo>
                  <a:cubicBezTo>
                    <a:pt x="30226" y="58801"/>
                    <a:pt x="19304" y="75438"/>
                    <a:pt x="11557" y="94107"/>
                  </a:cubicBezTo>
                  <a:cubicBezTo>
                    <a:pt x="3810" y="112776"/>
                    <a:pt x="0" y="132207"/>
                    <a:pt x="0" y="152273"/>
                  </a:cubicBezTo>
                  <a:lnTo>
                    <a:pt x="0" y="2387727"/>
                  </a:lnTo>
                  <a:cubicBezTo>
                    <a:pt x="0" y="2407920"/>
                    <a:pt x="3937" y="2427351"/>
                    <a:pt x="11557" y="2446020"/>
                  </a:cubicBezTo>
                  <a:cubicBezTo>
                    <a:pt x="19177" y="2464689"/>
                    <a:pt x="30353" y="2481199"/>
                    <a:pt x="44577" y="2495423"/>
                  </a:cubicBezTo>
                  <a:cubicBezTo>
                    <a:pt x="58801" y="2509647"/>
                    <a:pt x="75311" y="2520696"/>
                    <a:pt x="93980" y="2528443"/>
                  </a:cubicBezTo>
                  <a:cubicBezTo>
                    <a:pt x="112649" y="2536190"/>
                    <a:pt x="132080" y="2540000"/>
                    <a:pt x="152273" y="2540000"/>
                  </a:cubicBezTo>
                  <a:lnTo>
                    <a:pt x="4902200" y="2540000"/>
                  </a:lnTo>
                  <a:cubicBezTo>
                    <a:pt x="4922393" y="2540000"/>
                    <a:pt x="4941824" y="2536190"/>
                    <a:pt x="4960493" y="2528443"/>
                  </a:cubicBezTo>
                  <a:cubicBezTo>
                    <a:pt x="4979162" y="2520696"/>
                    <a:pt x="4995672" y="2509647"/>
                    <a:pt x="5009896" y="2495423"/>
                  </a:cubicBezTo>
                  <a:cubicBezTo>
                    <a:pt x="5024120" y="2481199"/>
                    <a:pt x="5035169" y="2464689"/>
                    <a:pt x="5042916" y="2446020"/>
                  </a:cubicBezTo>
                  <a:cubicBezTo>
                    <a:pt x="5050663" y="2427351"/>
                    <a:pt x="5054473" y="2407920"/>
                    <a:pt x="5054473" y="2387727"/>
                  </a:cubicBezTo>
                  <a:lnTo>
                    <a:pt x="5054473" y="152400"/>
                  </a:lnTo>
                  <a:cubicBezTo>
                    <a:pt x="5054473" y="132207"/>
                    <a:pt x="5050663" y="112776"/>
                    <a:pt x="5042916" y="94107"/>
                  </a:cubicBezTo>
                  <a:cubicBezTo>
                    <a:pt x="5035169" y="75438"/>
                    <a:pt x="5024120" y="58928"/>
                    <a:pt x="5009896" y="44704"/>
                  </a:cubicBezTo>
                  <a:cubicBezTo>
                    <a:pt x="4995672" y="30480"/>
                    <a:pt x="4979162" y="19431"/>
                    <a:pt x="4960493" y="11684"/>
                  </a:cubicBezTo>
                  <a:cubicBezTo>
                    <a:pt x="4941824" y="3937"/>
                    <a:pt x="4922393" y="0"/>
                    <a:pt x="49022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500" r="-2" b="-6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813151"/>
            <a:ext cx="4361738" cy="2520602"/>
            <a:chOff x="0" y="0"/>
            <a:chExt cx="3790950" cy="219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90950" cy="2190750"/>
            </a:xfrm>
            <a:custGeom>
              <a:avLst/>
              <a:gdLst/>
              <a:ahLst/>
              <a:cxnLst/>
              <a:rect r="r" b="b" t="t" l="l"/>
              <a:pathLst>
                <a:path h="2190750" w="3790950">
                  <a:moveTo>
                    <a:pt x="0" y="2076450"/>
                  </a:moveTo>
                  <a:lnTo>
                    <a:pt x="0" y="114300"/>
                  </a:lnTo>
                  <a:cubicBezTo>
                    <a:pt x="0" y="106807"/>
                    <a:pt x="762" y="99314"/>
                    <a:pt x="2159" y="91948"/>
                  </a:cubicBezTo>
                  <a:cubicBezTo>
                    <a:pt x="3556" y="84582"/>
                    <a:pt x="5842" y="77470"/>
                    <a:pt x="8763" y="70485"/>
                  </a:cubicBezTo>
                  <a:cubicBezTo>
                    <a:pt x="11684" y="63500"/>
                    <a:pt x="15113" y="57023"/>
                    <a:pt x="19304" y="50800"/>
                  </a:cubicBezTo>
                  <a:cubicBezTo>
                    <a:pt x="23495" y="44577"/>
                    <a:pt x="28194" y="38735"/>
                    <a:pt x="33528" y="33528"/>
                  </a:cubicBezTo>
                  <a:cubicBezTo>
                    <a:pt x="38862" y="28321"/>
                    <a:pt x="44577" y="23368"/>
                    <a:pt x="50800" y="19304"/>
                  </a:cubicBezTo>
                  <a:cubicBezTo>
                    <a:pt x="57023" y="15240"/>
                    <a:pt x="63627" y="11557"/>
                    <a:pt x="70612" y="8636"/>
                  </a:cubicBezTo>
                  <a:cubicBezTo>
                    <a:pt x="77597" y="5715"/>
                    <a:pt x="84582" y="3683"/>
                    <a:pt x="91948" y="2159"/>
                  </a:cubicBezTo>
                  <a:cubicBezTo>
                    <a:pt x="99314" y="635"/>
                    <a:pt x="106807" y="0"/>
                    <a:pt x="114300" y="0"/>
                  </a:cubicBezTo>
                  <a:lnTo>
                    <a:pt x="3676650" y="0"/>
                  </a:lnTo>
                  <a:cubicBezTo>
                    <a:pt x="3684143" y="0"/>
                    <a:pt x="3691636" y="762"/>
                    <a:pt x="3699002" y="2159"/>
                  </a:cubicBezTo>
                  <a:cubicBezTo>
                    <a:pt x="3706368" y="3556"/>
                    <a:pt x="3713480" y="5842"/>
                    <a:pt x="3720465" y="8636"/>
                  </a:cubicBezTo>
                  <a:cubicBezTo>
                    <a:pt x="3727450" y="11430"/>
                    <a:pt x="3733927" y="14986"/>
                    <a:pt x="3740277" y="19177"/>
                  </a:cubicBezTo>
                  <a:cubicBezTo>
                    <a:pt x="3746627" y="23368"/>
                    <a:pt x="3752342" y="28067"/>
                    <a:pt x="3757549" y="33401"/>
                  </a:cubicBezTo>
                  <a:cubicBezTo>
                    <a:pt x="3762756" y="38735"/>
                    <a:pt x="3767582" y="44450"/>
                    <a:pt x="3771773" y="50673"/>
                  </a:cubicBezTo>
                  <a:cubicBezTo>
                    <a:pt x="3775964" y="56896"/>
                    <a:pt x="3779520" y="63500"/>
                    <a:pt x="3782314" y="70358"/>
                  </a:cubicBezTo>
                  <a:cubicBezTo>
                    <a:pt x="3785108" y="77216"/>
                    <a:pt x="3787394" y="84455"/>
                    <a:pt x="3788791" y="91821"/>
                  </a:cubicBezTo>
                  <a:cubicBezTo>
                    <a:pt x="3790188" y="99187"/>
                    <a:pt x="3790950" y="106680"/>
                    <a:pt x="3790950" y="114173"/>
                  </a:cubicBezTo>
                  <a:lnTo>
                    <a:pt x="3790950" y="2076450"/>
                  </a:lnTo>
                  <a:cubicBezTo>
                    <a:pt x="3790950" y="2083943"/>
                    <a:pt x="3790188" y="2091309"/>
                    <a:pt x="3788791" y="2098675"/>
                  </a:cubicBezTo>
                  <a:cubicBezTo>
                    <a:pt x="3787394" y="2106041"/>
                    <a:pt x="3785108" y="2113153"/>
                    <a:pt x="3782314" y="2120138"/>
                  </a:cubicBezTo>
                  <a:cubicBezTo>
                    <a:pt x="3779520" y="2127123"/>
                    <a:pt x="3775964" y="2133600"/>
                    <a:pt x="3771773" y="2139950"/>
                  </a:cubicBezTo>
                  <a:cubicBezTo>
                    <a:pt x="3767582" y="2146300"/>
                    <a:pt x="3762883" y="2152015"/>
                    <a:pt x="3757549" y="2157349"/>
                  </a:cubicBezTo>
                  <a:cubicBezTo>
                    <a:pt x="3752215" y="2162683"/>
                    <a:pt x="3746500" y="2167382"/>
                    <a:pt x="3740277" y="2171573"/>
                  </a:cubicBezTo>
                  <a:cubicBezTo>
                    <a:pt x="3734054" y="2175764"/>
                    <a:pt x="3727450" y="2179193"/>
                    <a:pt x="3720465" y="2182114"/>
                  </a:cubicBezTo>
                  <a:cubicBezTo>
                    <a:pt x="3713480" y="2185035"/>
                    <a:pt x="3706368" y="2187194"/>
                    <a:pt x="3699002" y="2188591"/>
                  </a:cubicBezTo>
                  <a:cubicBezTo>
                    <a:pt x="3691636" y="2189988"/>
                    <a:pt x="3684270" y="2190750"/>
                    <a:pt x="3676650" y="2190750"/>
                  </a:cubicBezTo>
                  <a:lnTo>
                    <a:pt x="114300" y="2190750"/>
                  </a:lnTo>
                  <a:cubicBezTo>
                    <a:pt x="106807" y="2190750"/>
                    <a:pt x="99314" y="2189988"/>
                    <a:pt x="91948" y="2188591"/>
                  </a:cubicBezTo>
                  <a:cubicBezTo>
                    <a:pt x="84582" y="2187194"/>
                    <a:pt x="77470" y="2184908"/>
                    <a:pt x="70485" y="2182114"/>
                  </a:cubicBezTo>
                  <a:cubicBezTo>
                    <a:pt x="63500" y="2179320"/>
                    <a:pt x="57023" y="2175764"/>
                    <a:pt x="50673" y="2171573"/>
                  </a:cubicBezTo>
                  <a:cubicBezTo>
                    <a:pt x="44323" y="2167382"/>
                    <a:pt x="38608" y="2162683"/>
                    <a:pt x="33401" y="2157349"/>
                  </a:cubicBezTo>
                  <a:cubicBezTo>
                    <a:pt x="28194" y="2152015"/>
                    <a:pt x="23368" y="2146300"/>
                    <a:pt x="19177" y="2139950"/>
                  </a:cubicBezTo>
                  <a:cubicBezTo>
                    <a:pt x="14986" y="2133600"/>
                    <a:pt x="11430" y="2127123"/>
                    <a:pt x="8636" y="2120138"/>
                  </a:cubicBezTo>
                  <a:cubicBezTo>
                    <a:pt x="5842" y="2113153"/>
                    <a:pt x="3556" y="2106041"/>
                    <a:pt x="2159" y="2098675"/>
                  </a:cubicBezTo>
                  <a:cubicBezTo>
                    <a:pt x="762" y="2091309"/>
                    <a:pt x="0" y="2083943"/>
                    <a:pt x="0" y="2076450"/>
                  </a:cubicBezTo>
                  <a:close/>
                </a:path>
              </a:pathLst>
            </a:custGeom>
            <a:solidFill>
              <a:srgbClr val="101B2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04120" y="4813151"/>
            <a:ext cx="3353497" cy="2520602"/>
            <a:chOff x="0" y="0"/>
            <a:chExt cx="3886200" cy="292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862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3886200">
                  <a:moveTo>
                    <a:pt x="0" y="0"/>
                  </a:moveTo>
                  <a:lnTo>
                    <a:pt x="3886200" y="0"/>
                  </a:lnTo>
                  <a:lnTo>
                    <a:pt x="38862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624757" y="2533650"/>
            <a:ext cx="4361738" cy="2191828"/>
            <a:chOff x="0" y="0"/>
            <a:chExt cx="5054600" cy="254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54473" cy="2539873"/>
            </a:xfrm>
            <a:custGeom>
              <a:avLst/>
              <a:gdLst/>
              <a:ahLst/>
              <a:cxnLst/>
              <a:rect r="r" b="b" t="t" l="l"/>
              <a:pathLst>
                <a:path h="2539873" w="5054473">
                  <a:moveTo>
                    <a:pt x="152400" y="0"/>
                  </a:moveTo>
                  <a:cubicBezTo>
                    <a:pt x="132207" y="0"/>
                    <a:pt x="112776" y="3810"/>
                    <a:pt x="94107" y="11557"/>
                  </a:cubicBezTo>
                  <a:cubicBezTo>
                    <a:pt x="75438" y="19304"/>
                    <a:pt x="58928" y="30353"/>
                    <a:pt x="44577" y="44577"/>
                  </a:cubicBezTo>
                  <a:cubicBezTo>
                    <a:pt x="30226" y="58801"/>
                    <a:pt x="19304" y="75438"/>
                    <a:pt x="11557" y="94107"/>
                  </a:cubicBezTo>
                  <a:cubicBezTo>
                    <a:pt x="3810" y="112776"/>
                    <a:pt x="0" y="132080"/>
                    <a:pt x="0" y="152273"/>
                  </a:cubicBezTo>
                  <a:lnTo>
                    <a:pt x="0" y="2387727"/>
                  </a:lnTo>
                  <a:cubicBezTo>
                    <a:pt x="0" y="2407920"/>
                    <a:pt x="3937" y="2427224"/>
                    <a:pt x="11557" y="2445893"/>
                  </a:cubicBezTo>
                  <a:cubicBezTo>
                    <a:pt x="19177" y="2464562"/>
                    <a:pt x="30353" y="2481072"/>
                    <a:pt x="44577" y="2495296"/>
                  </a:cubicBezTo>
                  <a:cubicBezTo>
                    <a:pt x="58801" y="2509520"/>
                    <a:pt x="75311" y="2520569"/>
                    <a:pt x="93980" y="2528316"/>
                  </a:cubicBezTo>
                  <a:cubicBezTo>
                    <a:pt x="112649" y="2536063"/>
                    <a:pt x="132080" y="2539873"/>
                    <a:pt x="152273" y="2539873"/>
                  </a:cubicBezTo>
                  <a:lnTo>
                    <a:pt x="4902200" y="2539873"/>
                  </a:lnTo>
                  <a:cubicBezTo>
                    <a:pt x="4922393" y="2539873"/>
                    <a:pt x="4941824" y="2536063"/>
                    <a:pt x="4960493" y="2528316"/>
                  </a:cubicBezTo>
                  <a:cubicBezTo>
                    <a:pt x="4979162" y="2520569"/>
                    <a:pt x="4995672" y="2509520"/>
                    <a:pt x="5009896" y="2495296"/>
                  </a:cubicBezTo>
                  <a:cubicBezTo>
                    <a:pt x="5024120" y="2481072"/>
                    <a:pt x="5035169" y="2464562"/>
                    <a:pt x="5042916" y="2445893"/>
                  </a:cubicBezTo>
                  <a:cubicBezTo>
                    <a:pt x="5050663" y="2427224"/>
                    <a:pt x="5054473" y="2407793"/>
                    <a:pt x="5054473" y="2387600"/>
                  </a:cubicBezTo>
                  <a:lnTo>
                    <a:pt x="5054473" y="152400"/>
                  </a:lnTo>
                  <a:cubicBezTo>
                    <a:pt x="5054473" y="132207"/>
                    <a:pt x="5050663" y="112776"/>
                    <a:pt x="5042916" y="94107"/>
                  </a:cubicBezTo>
                  <a:cubicBezTo>
                    <a:pt x="5035169" y="75438"/>
                    <a:pt x="5024120" y="58928"/>
                    <a:pt x="5009896" y="44704"/>
                  </a:cubicBezTo>
                  <a:cubicBezTo>
                    <a:pt x="4995672" y="30480"/>
                    <a:pt x="4979162" y="19431"/>
                    <a:pt x="4960493" y="11684"/>
                  </a:cubicBezTo>
                  <a:cubicBezTo>
                    <a:pt x="4941824" y="3937"/>
                    <a:pt x="4922393" y="0"/>
                    <a:pt x="49022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5500" r="-2" b="-600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624757" y="4813151"/>
            <a:ext cx="4361738" cy="2520602"/>
            <a:chOff x="0" y="0"/>
            <a:chExt cx="3790950" cy="2190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90950" cy="2190750"/>
            </a:xfrm>
            <a:custGeom>
              <a:avLst/>
              <a:gdLst/>
              <a:ahLst/>
              <a:cxnLst/>
              <a:rect r="r" b="b" t="t" l="l"/>
              <a:pathLst>
                <a:path h="2190750" w="3790950">
                  <a:moveTo>
                    <a:pt x="0" y="2076450"/>
                  </a:moveTo>
                  <a:lnTo>
                    <a:pt x="0" y="114300"/>
                  </a:lnTo>
                  <a:cubicBezTo>
                    <a:pt x="0" y="106807"/>
                    <a:pt x="762" y="99314"/>
                    <a:pt x="2159" y="91948"/>
                  </a:cubicBezTo>
                  <a:cubicBezTo>
                    <a:pt x="3556" y="84582"/>
                    <a:pt x="5842" y="77470"/>
                    <a:pt x="8636" y="70485"/>
                  </a:cubicBezTo>
                  <a:cubicBezTo>
                    <a:pt x="11430" y="63500"/>
                    <a:pt x="14986" y="57023"/>
                    <a:pt x="19177" y="50800"/>
                  </a:cubicBezTo>
                  <a:cubicBezTo>
                    <a:pt x="23368" y="44577"/>
                    <a:pt x="28067" y="38735"/>
                    <a:pt x="33401" y="33528"/>
                  </a:cubicBezTo>
                  <a:cubicBezTo>
                    <a:pt x="38735" y="28321"/>
                    <a:pt x="44577" y="23368"/>
                    <a:pt x="50800" y="19304"/>
                  </a:cubicBezTo>
                  <a:cubicBezTo>
                    <a:pt x="57023" y="15240"/>
                    <a:pt x="63627" y="11557"/>
                    <a:pt x="70612" y="8636"/>
                  </a:cubicBezTo>
                  <a:cubicBezTo>
                    <a:pt x="77597" y="5715"/>
                    <a:pt x="84582" y="3683"/>
                    <a:pt x="91948" y="2159"/>
                  </a:cubicBezTo>
                  <a:cubicBezTo>
                    <a:pt x="99314" y="635"/>
                    <a:pt x="106807" y="0"/>
                    <a:pt x="114300" y="0"/>
                  </a:cubicBezTo>
                  <a:lnTo>
                    <a:pt x="3676650" y="0"/>
                  </a:lnTo>
                  <a:cubicBezTo>
                    <a:pt x="3684143" y="0"/>
                    <a:pt x="3691636" y="762"/>
                    <a:pt x="3699002" y="2159"/>
                  </a:cubicBezTo>
                  <a:cubicBezTo>
                    <a:pt x="3706368" y="3556"/>
                    <a:pt x="3713480" y="5842"/>
                    <a:pt x="3720465" y="8636"/>
                  </a:cubicBezTo>
                  <a:cubicBezTo>
                    <a:pt x="3727450" y="11430"/>
                    <a:pt x="3733927" y="14986"/>
                    <a:pt x="3740277" y="19177"/>
                  </a:cubicBezTo>
                  <a:cubicBezTo>
                    <a:pt x="3746627" y="23368"/>
                    <a:pt x="3752342" y="28067"/>
                    <a:pt x="3757549" y="33401"/>
                  </a:cubicBezTo>
                  <a:cubicBezTo>
                    <a:pt x="3762756" y="38735"/>
                    <a:pt x="3767582" y="44450"/>
                    <a:pt x="3771773" y="50673"/>
                  </a:cubicBezTo>
                  <a:cubicBezTo>
                    <a:pt x="3775964" y="56896"/>
                    <a:pt x="3779520" y="63500"/>
                    <a:pt x="3782314" y="70358"/>
                  </a:cubicBezTo>
                  <a:cubicBezTo>
                    <a:pt x="3785108" y="77216"/>
                    <a:pt x="3787394" y="84455"/>
                    <a:pt x="3788791" y="91821"/>
                  </a:cubicBezTo>
                  <a:cubicBezTo>
                    <a:pt x="3790188" y="99187"/>
                    <a:pt x="3790950" y="106680"/>
                    <a:pt x="3790950" y="114173"/>
                  </a:cubicBezTo>
                  <a:lnTo>
                    <a:pt x="3790950" y="2076450"/>
                  </a:lnTo>
                  <a:cubicBezTo>
                    <a:pt x="3790950" y="2083943"/>
                    <a:pt x="3790188" y="2091309"/>
                    <a:pt x="3788791" y="2098675"/>
                  </a:cubicBezTo>
                  <a:cubicBezTo>
                    <a:pt x="3787394" y="2106041"/>
                    <a:pt x="3785108" y="2113153"/>
                    <a:pt x="3782314" y="2120138"/>
                  </a:cubicBezTo>
                  <a:cubicBezTo>
                    <a:pt x="3779520" y="2127123"/>
                    <a:pt x="3775964" y="2133600"/>
                    <a:pt x="3771773" y="2139950"/>
                  </a:cubicBezTo>
                  <a:cubicBezTo>
                    <a:pt x="3767582" y="2146300"/>
                    <a:pt x="3762883" y="2152015"/>
                    <a:pt x="3757549" y="2157349"/>
                  </a:cubicBezTo>
                  <a:cubicBezTo>
                    <a:pt x="3752215" y="2162683"/>
                    <a:pt x="3746500" y="2167382"/>
                    <a:pt x="3740277" y="2171573"/>
                  </a:cubicBezTo>
                  <a:cubicBezTo>
                    <a:pt x="3734054" y="2175764"/>
                    <a:pt x="3727450" y="2179193"/>
                    <a:pt x="3720465" y="2182114"/>
                  </a:cubicBezTo>
                  <a:cubicBezTo>
                    <a:pt x="3713480" y="2185035"/>
                    <a:pt x="3706368" y="2187194"/>
                    <a:pt x="3699002" y="2188591"/>
                  </a:cubicBezTo>
                  <a:cubicBezTo>
                    <a:pt x="3691636" y="2189988"/>
                    <a:pt x="3684270" y="2190750"/>
                    <a:pt x="3676650" y="2190750"/>
                  </a:cubicBezTo>
                  <a:lnTo>
                    <a:pt x="114300" y="2190750"/>
                  </a:lnTo>
                  <a:cubicBezTo>
                    <a:pt x="106807" y="2190750"/>
                    <a:pt x="99314" y="2189988"/>
                    <a:pt x="91948" y="2188591"/>
                  </a:cubicBezTo>
                  <a:cubicBezTo>
                    <a:pt x="84582" y="2187194"/>
                    <a:pt x="77470" y="2184908"/>
                    <a:pt x="70485" y="2182114"/>
                  </a:cubicBezTo>
                  <a:cubicBezTo>
                    <a:pt x="63500" y="2179320"/>
                    <a:pt x="57023" y="2175764"/>
                    <a:pt x="50673" y="2171573"/>
                  </a:cubicBezTo>
                  <a:cubicBezTo>
                    <a:pt x="44323" y="2167382"/>
                    <a:pt x="38608" y="2162683"/>
                    <a:pt x="33401" y="2157349"/>
                  </a:cubicBezTo>
                  <a:cubicBezTo>
                    <a:pt x="28194" y="2152015"/>
                    <a:pt x="23368" y="2146300"/>
                    <a:pt x="19177" y="2139950"/>
                  </a:cubicBezTo>
                  <a:cubicBezTo>
                    <a:pt x="14986" y="2133600"/>
                    <a:pt x="11430" y="2127123"/>
                    <a:pt x="8636" y="2120138"/>
                  </a:cubicBezTo>
                  <a:cubicBezTo>
                    <a:pt x="5842" y="2113153"/>
                    <a:pt x="3556" y="2106041"/>
                    <a:pt x="2159" y="2098675"/>
                  </a:cubicBezTo>
                  <a:cubicBezTo>
                    <a:pt x="762" y="2091309"/>
                    <a:pt x="0" y="2083943"/>
                    <a:pt x="0" y="2076450"/>
                  </a:cubicBezTo>
                  <a:close/>
                </a:path>
              </a:pathLst>
            </a:custGeom>
            <a:solidFill>
              <a:srgbClr val="101B2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128878" y="4813151"/>
            <a:ext cx="3353497" cy="2520602"/>
            <a:chOff x="0" y="0"/>
            <a:chExt cx="3886200" cy="2921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862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3886200">
                  <a:moveTo>
                    <a:pt x="0" y="0"/>
                  </a:moveTo>
                  <a:lnTo>
                    <a:pt x="3886200" y="0"/>
                  </a:lnTo>
                  <a:lnTo>
                    <a:pt x="38862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249515" y="2533650"/>
            <a:ext cx="4361738" cy="2191828"/>
            <a:chOff x="0" y="0"/>
            <a:chExt cx="5054600" cy="254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54473" cy="2540000"/>
            </a:xfrm>
            <a:custGeom>
              <a:avLst/>
              <a:gdLst/>
              <a:ahLst/>
              <a:cxnLst/>
              <a:rect r="r" b="b" t="t" l="l"/>
              <a:pathLst>
                <a:path h="2540000" w="5054473">
                  <a:moveTo>
                    <a:pt x="152400" y="0"/>
                  </a:moveTo>
                  <a:cubicBezTo>
                    <a:pt x="132207" y="0"/>
                    <a:pt x="112776" y="3810"/>
                    <a:pt x="94107" y="11557"/>
                  </a:cubicBezTo>
                  <a:cubicBezTo>
                    <a:pt x="75438" y="19304"/>
                    <a:pt x="58928" y="30353"/>
                    <a:pt x="44577" y="44577"/>
                  </a:cubicBezTo>
                  <a:cubicBezTo>
                    <a:pt x="30226" y="58801"/>
                    <a:pt x="19304" y="75438"/>
                    <a:pt x="11557" y="94107"/>
                  </a:cubicBezTo>
                  <a:cubicBezTo>
                    <a:pt x="3810" y="112776"/>
                    <a:pt x="0" y="132080"/>
                    <a:pt x="0" y="152146"/>
                  </a:cubicBezTo>
                  <a:lnTo>
                    <a:pt x="0" y="2387854"/>
                  </a:lnTo>
                  <a:cubicBezTo>
                    <a:pt x="0" y="2408047"/>
                    <a:pt x="3937" y="2427351"/>
                    <a:pt x="11557" y="2446020"/>
                  </a:cubicBezTo>
                  <a:cubicBezTo>
                    <a:pt x="19177" y="2464689"/>
                    <a:pt x="30353" y="2481199"/>
                    <a:pt x="44577" y="2495423"/>
                  </a:cubicBezTo>
                  <a:cubicBezTo>
                    <a:pt x="58801" y="2509647"/>
                    <a:pt x="75311" y="2520696"/>
                    <a:pt x="93980" y="2528443"/>
                  </a:cubicBezTo>
                  <a:cubicBezTo>
                    <a:pt x="112649" y="2536190"/>
                    <a:pt x="132080" y="2540000"/>
                    <a:pt x="152273" y="2540000"/>
                  </a:cubicBezTo>
                  <a:lnTo>
                    <a:pt x="4902200" y="2540000"/>
                  </a:lnTo>
                  <a:cubicBezTo>
                    <a:pt x="4922393" y="2540000"/>
                    <a:pt x="4941824" y="2536190"/>
                    <a:pt x="4960493" y="2528443"/>
                  </a:cubicBezTo>
                  <a:cubicBezTo>
                    <a:pt x="4979162" y="2520696"/>
                    <a:pt x="4995672" y="2509647"/>
                    <a:pt x="5009896" y="2495423"/>
                  </a:cubicBezTo>
                  <a:cubicBezTo>
                    <a:pt x="5024120" y="2481199"/>
                    <a:pt x="5035169" y="2464689"/>
                    <a:pt x="5042916" y="2446020"/>
                  </a:cubicBezTo>
                  <a:cubicBezTo>
                    <a:pt x="5050663" y="2427351"/>
                    <a:pt x="5054473" y="2407920"/>
                    <a:pt x="5054473" y="2387727"/>
                  </a:cubicBezTo>
                  <a:lnTo>
                    <a:pt x="5054473" y="152400"/>
                  </a:lnTo>
                  <a:cubicBezTo>
                    <a:pt x="5054473" y="132207"/>
                    <a:pt x="5050663" y="112776"/>
                    <a:pt x="5042916" y="94107"/>
                  </a:cubicBezTo>
                  <a:cubicBezTo>
                    <a:pt x="5035169" y="75438"/>
                    <a:pt x="5024120" y="58928"/>
                    <a:pt x="5009896" y="44704"/>
                  </a:cubicBezTo>
                  <a:cubicBezTo>
                    <a:pt x="4995672" y="30480"/>
                    <a:pt x="4979162" y="19431"/>
                    <a:pt x="4960493" y="11684"/>
                  </a:cubicBezTo>
                  <a:cubicBezTo>
                    <a:pt x="4941824" y="3937"/>
                    <a:pt x="4922393" y="0"/>
                    <a:pt x="49022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6000" r="-2" b="-600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249515" y="4813151"/>
            <a:ext cx="4361738" cy="2520602"/>
            <a:chOff x="0" y="0"/>
            <a:chExt cx="3790950" cy="21907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90950" cy="2190750"/>
            </a:xfrm>
            <a:custGeom>
              <a:avLst/>
              <a:gdLst/>
              <a:ahLst/>
              <a:cxnLst/>
              <a:rect r="r" b="b" t="t" l="l"/>
              <a:pathLst>
                <a:path h="2190750" w="3790950">
                  <a:moveTo>
                    <a:pt x="0" y="2076450"/>
                  </a:moveTo>
                  <a:lnTo>
                    <a:pt x="0" y="114300"/>
                  </a:lnTo>
                  <a:cubicBezTo>
                    <a:pt x="0" y="106807"/>
                    <a:pt x="762" y="99314"/>
                    <a:pt x="2159" y="91948"/>
                  </a:cubicBezTo>
                  <a:cubicBezTo>
                    <a:pt x="3556" y="84582"/>
                    <a:pt x="5842" y="77470"/>
                    <a:pt x="8763" y="70485"/>
                  </a:cubicBezTo>
                  <a:cubicBezTo>
                    <a:pt x="11684" y="63500"/>
                    <a:pt x="15113" y="57023"/>
                    <a:pt x="19304" y="50800"/>
                  </a:cubicBezTo>
                  <a:cubicBezTo>
                    <a:pt x="23495" y="44577"/>
                    <a:pt x="28194" y="38735"/>
                    <a:pt x="33528" y="33528"/>
                  </a:cubicBezTo>
                  <a:cubicBezTo>
                    <a:pt x="38862" y="28321"/>
                    <a:pt x="44577" y="23368"/>
                    <a:pt x="50800" y="19304"/>
                  </a:cubicBezTo>
                  <a:cubicBezTo>
                    <a:pt x="57023" y="15240"/>
                    <a:pt x="63627" y="11557"/>
                    <a:pt x="70612" y="8636"/>
                  </a:cubicBezTo>
                  <a:cubicBezTo>
                    <a:pt x="77597" y="5715"/>
                    <a:pt x="84582" y="3683"/>
                    <a:pt x="91948" y="2159"/>
                  </a:cubicBezTo>
                  <a:cubicBezTo>
                    <a:pt x="99314" y="635"/>
                    <a:pt x="106807" y="0"/>
                    <a:pt x="114300" y="0"/>
                  </a:cubicBezTo>
                  <a:lnTo>
                    <a:pt x="3676650" y="0"/>
                  </a:lnTo>
                  <a:cubicBezTo>
                    <a:pt x="3684143" y="0"/>
                    <a:pt x="3691636" y="762"/>
                    <a:pt x="3699002" y="2159"/>
                  </a:cubicBezTo>
                  <a:cubicBezTo>
                    <a:pt x="3706368" y="3556"/>
                    <a:pt x="3713480" y="5842"/>
                    <a:pt x="3720465" y="8636"/>
                  </a:cubicBezTo>
                  <a:cubicBezTo>
                    <a:pt x="3727450" y="11430"/>
                    <a:pt x="3733927" y="14986"/>
                    <a:pt x="3740277" y="19177"/>
                  </a:cubicBezTo>
                  <a:cubicBezTo>
                    <a:pt x="3746627" y="23368"/>
                    <a:pt x="3752342" y="28067"/>
                    <a:pt x="3757549" y="33401"/>
                  </a:cubicBezTo>
                  <a:cubicBezTo>
                    <a:pt x="3762756" y="38735"/>
                    <a:pt x="3767582" y="44450"/>
                    <a:pt x="3771773" y="50673"/>
                  </a:cubicBezTo>
                  <a:cubicBezTo>
                    <a:pt x="3775964" y="56896"/>
                    <a:pt x="3779520" y="63500"/>
                    <a:pt x="3782314" y="70358"/>
                  </a:cubicBezTo>
                  <a:cubicBezTo>
                    <a:pt x="3785108" y="77216"/>
                    <a:pt x="3787394" y="84455"/>
                    <a:pt x="3788791" y="91821"/>
                  </a:cubicBezTo>
                  <a:cubicBezTo>
                    <a:pt x="3790188" y="99187"/>
                    <a:pt x="3790950" y="106680"/>
                    <a:pt x="3790950" y="114173"/>
                  </a:cubicBezTo>
                  <a:lnTo>
                    <a:pt x="3790950" y="2076450"/>
                  </a:lnTo>
                  <a:cubicBezTo>
                    <a:pt x="3790950" y="2083943"/>
                    <a:pt x="3790188" y="2091309"/>
                    <a:pt x="3788791" y="2098675"/>
                  </a:cubicBezTo>
                  <a:cubicBezTo>
                    <a:pt x="3787394" y="2106041"/>
                    <a:pt x="3785108" y="2113153"/>
                    <a:pt x="3782314" y="2120138"/>
                  </a:cubicBezTo>
                  <a:cubicBezTo>
                    <a:pt x="3779520" y="2127123"/>
                    <a:pt x="3775964" y="2133600"/>
                    <a:pt x="3771773" y="2139950"/>
                  </a:cubicBezTo>
                  <a:cubicBezTo>
                    <a:pt x="3767582" y="2146300"/>
                    <a:pt x="3762883" y="2152015"/>
                    <a:pt x="3757549" y="2157349"/>
                  </a:cubicBezTo>
                  <a:cubicBezTo>
                    <a:pt x="3752215" y="2162683"/>
                    <a:pt x="3746500" y="2167382"/>
                    <a:pt x="3740277" y="2171573"/>
                  </a:cubicBezTo>
                  <a:cubicBezTo>
                    <a:pt x="3734054" y="2175764"/>
                    <a:pt x="3727450" y="2179193"/>
                    <a:pt x="3720465" y="2182114"/>
                  </a:cubicBezTo>
                  <a:cubicBezTo>
                    <a:pt x="3713480" y="2185035"/>
                    <a:pt x="3706368" y="2187194"/>
                    <a:pt x="3699002" y="2188591"/>
                  </a:cubicBezTo>
                  <a:cubicBezTo>
                    <a:pt x="3691636" y="2189988"/>
                    <a:pt x="3684270" y="2190750"/>
                    <a:pt x="3676650" y="2190750"/>
                  </a:cubicBezTo>
                  <a:lnTo>
                    <a:pt x="114300" y="2190750"/>
                  </a:lnTo>
                  <a:cubicBezTo>
                    <a:pt x="106807" y="2190750"/>
                    <a:pt x="99314" y="2189988"/>
                    <a:pt x="91948" y="2188591"/>
                  </a:cubicBezTo>
                  <a:cubicBezTo>
                    <a:pt x="84582" y="2187194"/>
                    <a:pt x="77470" y="2184908"/>
                    <a:pt x="70485" y="2182114"/>
                  </a:cubicBezTo>
                  <a:cubicBezTo>
                    <a:pt x="63500" y="2179320"/>
                    <a:pt x="57023" y="2175764"/>
                    <a:pt x="50673" y="2171573"/>
                  </a:cubicBezTo>
                  <a:cubicBezTo>
                    <a:pt x="44323" y="2167382"/>
                    <a:pt x="38608" y="2162683"/>
                    <a:pt x="33401" y="2157349"/>
                  </a:cubicBezTo>
                  <a:cubicBezTo>
                    <a:pt x="28194" y="2152015"/>
                    <a:pt x="23368" y="2146300"/>
                    <a:pt x="19177" y="2139950"/>
                  </a:cubicBezTo>
                  <a:cubicBezTo>
                    <a:pt x="14986" y="2133600"/>
                    <a:pt x="11430" y="2127123"/>
                    <a:pt x="8636" y="2120138"/>
                  </a:cubicBezTo>
                  <a:cubicBezTo>
                    <a:pt x="5842" y="2113153"/>
                    <a:pt x="3556" y="2106041"/>
                    <a:pt x="2159" y="2098675"/>
                  </a:cubicBezTo>
                  <a:cubicBezTo>
                    <a:pt x="762" y="2091309"/>
                    <a:pt x="0" y="2083943"/>
                    <a:pt x="0" y="2076450"/>
                  </a:cubicBezTo>
                  <a:close/>
                </a:path>
              </a:pathLst>
            </a:custGeom>
            <a:solidFill>
              <a:srgbClr val="101B2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753635" y="4813151"/>
            <a:ext cx="3353497" cy="2520602"/>
            <a:chOff x="0" y="0"/>
            <a:chExt cx="3886200" cy="2921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862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3886200">
                  <a:moveTo>
                    <a:pt x="0" y="0"/>
                  </a:moveTo>
                  <a:lnTo>
                    <a:pt x="3886200" y="0"/>
                  </a:lnTo>
                  <a:lnTo>
                    <a:pt x="38862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874272" y="2533650"/>
            <a:ext cx="4361738" cy="2191828"/>
            <a:chOff x="0" y="0"/>
            <a:chExt cx="5054600" cy="254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54473" cy="2539873"/>
            </a:xfrm>
            <a:custGeom>
              <a:avLst/>
              <a:gdLst/>
              <a:ahLst/>
              <a:cxnLst/>
              <a:rect r="r" b="b" t="t" l="l"/>
              <a:pathLst>
                <a:path h="2539873" w="5054473">
                  <a:moveTo>
                    <a:pt x="152400" y="0"/>
                  </a:moveTo>
                  <a:cubicBezTo>
                    <a:pt x="132207" y="0"/>
                    <a:pt x="112776" y="3810"/>
                    <a:pt x="94107" y="11557"/>
                  </a:cubicBezTo>
                  <a:cubicBezTo>
                    <a:pt x="75438" y="19304"/>
                    <a:pt x="58928" y="30353"/>
                    <a:pt x="44577" y="44577"/>
                  </a:cubicBezTo>
                  <a:cubicBezTo>
                    <a:pt x="30226" y="58801"/>
                    <a:pt x="19304" y="75438"/>
                    <a:pt x="11557" y="94107"/>
                  </a:cubicBezTo>
                  <a:cubicBezTo>
                    <a:pt x="3810" y="112776"/>
                    <a:pt x="0" y="132080"/>
                    <a:pt x="0" y="152146"/>
                  </a:cubicBezTo>
                  <a:lnTo>
                    <a:pt x="0" y="2387854"/>
                  </a:lnTo>
                  <a:cubicBezTo>
                    <a:pt x="0" y="2407920"/>
                    <a:pt x="3937" y="2427351"/>
                    <a:pt x="11557" y="2445893"/>
                  </a:cubicBezTo>
                  <a:cubicBezTo>
                    <a:pt x="19177" y="2464435"/>
                    <a:pt x="30353" y="2481072"/>
                    <a:pt x="44577" y="2495296"/>
                  </a:cubicBezTo>
                  <a:cubicBezTo>
                    <a:pt x="58801" y="2509520"/>
                    <a:pt x="75311" y="2520569"/>
                    <a:pt x="93980" y="2528316"/>
                  </a:cubicBezTo>
                  <a:cubicBezTo>
                    <a:pt x="112649" y="2536063"/>
                    <a:pt x="132080" y="2539873"/>
                    <a:pt x="152273" y="2539873"/>
                  </a:cubicBezTo>
                  <a:lnTo>
                    <a:pt x="4902200" y="2539873"/>
                  </a:lnTo>
                  <a:cubicBezTo>
                    <a:pt x="4922393" y="2539873"/>
                    <a:pt x="4941824" y="2536063"/>
                    <a:pt x="4960493" y="2528316"/>
                  </a:cubicBezTo>
                  <a:cubicBezTo>
                    <a:pt x="4979162" y="2520569"/>
                    <a:pt x="4995672" y="2509520"/>
                    <a:pt x="5009896" y="2495296"/>
                  </a:cubicBezTo>
                  <a:cubicBezTo>
                    <a:pt x="5024120" y="2481072"/>
                    <a:pt x="5035169" y="2464562"/>
                    <a:pt x="5042916" y="2445893"/>
                  </a:cubicBezTo>
                  <a:cubicBezTo>
                    <a:pt x="5050663" y="2427224"/>
                    <a:pt x="5054473" y="2407793"/>
                    <a:pt x="5054473" y="2387600"/>
                  </a:cubicBezTo>
                  <a:lnTo>
                    <a:pt x="5054473" y="152400"/>
                  </a:lnTo>
                  <a:cubicBezTo>
                    <a:pt x="5054473" y="132207"/>
                    <a:pt x="5050663" y="112776"/>
                    <a:pt x="5042916" y="94107"/>
                  </a:cubicBezTo>
                  <a:cubicBezTo>
                    <a:pt x="5035169" y="75438"/>
                    <a:pt x="5024120" y="58928"/>
                    <a:pt x="5009896" y="44704"/>
                  </a:cubicBezTo>
                  <a:cubicBezTo>
                    <a:pt x="4995672" y="30480"/>
                    <a:pt x="4979162" y="19431"/>
                    <a:pt x="4960493" y="11684"/>
                  </a:cubicBezTo>
                  <a:cubicBezTo>
                    <a:pt x="4941824" y="3937"/>
                    <a:pt x="4922393" y="0"/>
                    <a:pt x="49022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5500" r="-2" b="-600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874272" y="4813151"/>
            <a:ext cx="4361738" cy="2520602"/>
            <a:chOff x="0" y="0"/>
            <a:chExt cx="3790950" cy="21907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90950" cy="2190750"/>
            </a:xfrm>
            <a:custGeom>
              <a:avLst/>
              <a:gdLst/>
              <a:ahLst/>
              <a:cxnLst/>
              <a:rect r="r" b="b" t="t" l="l"/>
              <a:pathLst>
                <a:path h="2190750" w="3790950">
                  <a:moveTo>
                    <a:pt x="0" y="2076450"/>
                  </a:moveTo>
                  <a:lnTo>
                    <a:pt x="0" y="114300"/>
                  </a:lnTo>
                  <a:cubicBezTo>
                    <a:pt x="0" y="106807"/>
                    <a:pt x="762" y="99314"/>
                    <a:pt x="2159" y="91948"/>
                  </a:cubicBezTo>
                  <a:cubicBezTo>
                    <a:pt x="3556" y="84582"/>
                    <a:pt x="5842" y="77470"/>
                    <a:pt x="8636" y="70485"/>
                  </a:cubicBezTo>
                  <a:cubicBezTo>
                    <a:pt x="11430" y="63500"/>
                    <a:pt x="14986" y="57023"/>
                    <a:pt x="19177" y="50800"/>
                  </a:cubicBezTo>
                  <a:cubicBezTo>
                    <a:pt x="23368" y="44577"/>
                    <a:pt x="28067" y="38735"/>
                    <a:pt x="33401" y="33528"/>
                  </a:cubicBezTo>
                  <a:cubicBezTo>
                    <a:pt x="38735" y="28321"/>
                    <a:pt x="44577" y="23368"/>
                    <a:pt x="50800" y="19304"/>
                  </a:cubicBezTo>
                  <a:cubicBezTo>
                    <a:pt x="57023" y="15240"/>
                    <a:pt x="63627" y="11557"/>
                    <a:pt x="70612" y="8636"/>
                  </a:cubicBezTo>
                  <a:cubicBezTo>
                    <a:pt x="77597" y="5715"/>
                    <a:pt x="84582" y="3683"/>
                    <a:pt x="91948" y="2159"/>
                  </a:cubicBezTo>
                  <a:cubicBezTo>
                    <a:pt x="99314" y="635"/>
                    <a:pt x="106807" y="0"/>
                    <a:pt x="114300" y="0"/>
                  </a:cubicBezTo>
                  <a:lnTo>
                    <a:pt x="3676650" y="0"/>
                  </a:lnTo>
                  <a:cubicBezTo>
                    <a:pt x="3684143" y="0"/>
                    <a:pt x="3691636" y="762"/>
                    <a:pt x="3699002" y="2159"/>
                  </a:cubicBezTo>
                  <a:cubicBezTo>
                    <a:pt x="3706368" y="3556"/>
                    <a:pt x="3713480" y="5842"/>
                    <a:pt x="3720465" y="8636"/>
                  </a:cubicBezTo>
                  <a:cubicBezTo>
                    <a:pt x="3727450" y="11430"/>
                    <a:pt x="3733927" y="14986"/>
                    <a:pt x="3740277" y="19177"/>
                  </a:cubicBezTo>
                  <a:cubicBezTo>
                    <a:pt x="3746627" y="23368"/>
                    <a:pt x="3752342" y="28067"/>
                    <a:pt x="3757549" y="33401"/>
                  </a:cubicBezTo>
                  <a:cubicBezTo>
                    <a:pt x="3762756" y="38735"/>
                    <a:pt x="3767582" y="44450"/>
                    <a:pt x="3771773" y="50673"/>
                  </a:cubicBezTo>
                  <a:cubicBezTo>
                    <a:pt x="3775964" y="56896"/>
                    <a:pt x="3779520" y="63500"/>
                    <a:pt x="3782314" y="70358"/>
                  </a:cubicBezTo>
                  <a:cubicBezTo>
                    <a:pt x="3785108" y="77216"/>
                    <a:pt x="3787394" y="84455"/>
                    <a:pt x="3788791" y="91821"/>
                  </a:cubicBezTo>
                  <a:cubicBezTo>
                    <a:pt x="3790188" y="99187"/>
                    <a:pt x="3790950" y="106680"/>
                    <a:pt x="3790950" y="114173"/>
                  </a:cubicBezTo>
                  <a:lnTo>
                    <a:pt x="3790950" y="2076450"/>
                  </a:lnTo>
                  <a:cubicBezTo>
                    <a:pt x="3790950" y="2083943"/>
                    <a:pt x="3790188" y="2091309"/>
                    <a:pt x="3788791" y="2098675"/>
                  </a:cubicBezTo>
                  <a:cubicBezTo>
                    <a:pt x="3787394" y="2106041"/>
                    <a:pt x="3785108" y="2113153"/>
                    <a:pt x="3782314" y="2120138"/>
                  </a:cubicBezTo>
                  <a:cubicBezTo>
                    <a:pt x="3779520" y="2127123"/>
                    <a:pt x="3775964" y="2133600"/>
                    <a:pt x="3771773" y="2139950"/>
                  </a:cubicBezTo>
                  <a:cubicBezTo>
                    <a:pt x="3767582" y="2146300"/>
                    <a:pt x="3762883" y="2152015"/>
                    <a:pt x="3757549" y="2157349"/>
                  </a:cubicBezTo>
                  <a:cubicBezTo>
                    <a:pt x="3752215" y="2162683"/>
                    <a:pt x="3746500" y="2167382"/>
                    <a:pt x="3740277" y="2171573"/>
                  </a:cubicBezTo>
                  <a:cubicBezTo>
                    <a:pt x="3734054" y="2175764"/>
                    <a:pt x="3727450" y="2179193"/>
                    <a:pt x="3720465" y="2182114"/>
                  </a:cubicBezTo>
                  <a:cubicBezTo>
                    <a:pt x="3713480" y="2185035"/>
                    <a:pt x="3706368" y="2187194"/>
                    <a:pt x="3699002" y="2188591"/>
                  </a:cubicBezTo>
                  <a:cubicBezTo>
                    <a:pt x="3691636" y="2189988"/>
                    <a:pt x="3684270" y="2190750"/>
                    <a:pt x="3676650" y="2190750"/>
                  </a:cubicBezTo>
                  <a:lnTo>
                    <a:pt x="114300" y="2190750"/>
                  </a:lnTo>
                  <a:cubicBezTo>
                    <a:pt x="106807" y="2190750"/>
                    <a:pt x="99314" y="2189988"/>
                    <a:pt x="91948" y="2188591"/>
                  </a:cubicBezTo>
                  <a:cubicBezTo>
                    <a:pt x="84582" y="2187194"/>
                    <a:pt x="77470" y="2184908"/>
                    <a:pt x="70485" y="2182114"/>
                  </a:cubicBezTo>
                  <a:cubicBezTo>
                    <a:pt x="63500" y="2179320"/>
                    <a:pt x="57023" y="2175764"/>
                    <a:pt x="50673" y="2171573"/>
                  </a:cubicBezTo>
                  <a:cubicBezTo>
                    <a:pt x="44323" y="2167382"/>
                    <a:pt x="38608" y="2162683"/>
                    <a:pt x="33401" y="2157349"/>
                  </a:cubicBezTo>
                  <a:cubicBezTo>
                    <a:pt x="28194" y="2152015"/>
                    <a:pt x="23368" y="2146300"/>
                    <a:pt x="19177" y="2139950"/>
                  </a:cubicBezTo>
                  <a:cubicBezTo>
                    <a:pt x="14986" y="2133600"/>
                    <a:pt x="11430" y="2127123"/>
                    <a:pt x="8636" y="2120138"/>
                  </a:cubicBezTo>
                  <a:cubicBezTo>
                    <a:pt x="5842" y="2113153"/>
                    <a:pt x="3556" y="2106041"/>
                    <a:pt x="2159" y="2098675"/>
                  </a:cubicBezTo>
                  <a:cubicBezTo>
                    <a:pt x="762" y="2091309"/>
                    <a:pt x="0" y="2083943"/>
                    <a:pt x="0" y="2076450"/>
                  </a:cubicBezTo>
                  <a:close/>
                </a:path>
              </a:pathLst>
            </a:custGeom>
            <a:solidFill>
              <a:srgbClr val="101B2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378392" y="4813151"/>
            <a:ext cx="3353497" cy="2520602"/>
            <a:chOff x="0" y="0"/>
            <a:chExt cx="3886200" cy="292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862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3886200">
                  <a:moveTo>
                    <a:pt x="0" y="0"/>
                  </a:moveTo>
                  <a:lnTo>
                    <a:pt x="3886200" y="0"/>
                  </a:lnTo>
                  <a:lnTo>
                    <a:pt x="38862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21638" y="9489777"/>
            <a:ext cx="10308746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A7A8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영상: Bonsystems Global BSR 080 조립 영상 캡처 · 3D: 팀 R5 모델 렌더 · 장면 대응은 팀 판단 · 필수 7 · 16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0" y="7385262"/>
            <a:ext cx="4362757" cy="99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2"/>
              </a:lnSpc>
            </a:pPr>
            <a:r>
              <a:rPr lang="en-US" b="true" sz="2561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서브① 입력 커버 조립</a:t>
            </a:r>
          </a:p>
          <a:p>
            <a:pPr algn="l">
              <a:lnSpc>
                <a:spcPts val="3624"/>
              </a:lnSpc>
            </a:pPr>
            <a:r>
              <a:rPr lang="en-US" sz="2071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커버에 베어링(6901)·오일실 압입 · 자동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624757" y="7470987"/>
            <a:ext cx="4257056" cy="1256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1"/>
              </a:lnSpc>
            </a:pPr>
            <a:r>
              <a:rPr lang="en-US" b="true" sz="2561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서브② 편심축·기어 조립</a:t>
            </a:r>
          </a:p>
          <a:p>
            <a:pPr algn="l">
              <a:lnSpc>
                <a:spcPts val="2847"/>
              </a:lnSpc>
              <a:spcBef>
                <a:spcPts val="776"/>
              </a:spcBef>
            </a:pPr>
            <a:r>
              <a:rPr lang="en-US" sz="2071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편심 베어링·편심축을 외치기어에 조립 ·</a:t>
            </a:r>
          </a:p>
          <a:p>
            <a:pPr algn="l">
              <a:lnSpc>
                <a:spcPts val="2847"/>
              </a:lnSpc>
            </a:pPr>
            <a:r>
              <a:rPr lang="en-US" sz="2071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반자동</a:t>
            </a:r>
            <a:r>
              <a:rPr lang="en-US" sz="207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49515" y="7470987"/>
            <a:ext cx="4027133" cy="1256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1"/>
              </a:lnSpc>
            </a:pPr>
            <a:r>
              <a:rPr lang="en-US" b="true" sz="2561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01 하우징 투입</a:t>
            </a:r>
          </a:p>
          <a:p>
            <a:pPr algn="l">
              <a:lnSpc>
                <a:spcPts val="2847"/>
              </a:lnSpc>
              <a:spcBef>
                <a:spcPts val="776"/>
              </a:spcBef>
            </a:pPr>
            <a:r>
              <a:rPr lang="en-US" sz="2071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내치기어 링을 팔레트에 안착, 제품 ID</a:t>
            </a:r>
          </a:p>
          <a:p>
            <a:pPr algn="l">
              <a:lnSpc>
                <a:spcPts val="2847"/>
              </a:lnSpc>
            </a:pPr>
            <a:r>
              <a:rPr lang="en-US" sz="2071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스캔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21638" y="9018594"/>
            <a:ext cx="8908085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위 = BSR 080 조립 영상(같은 시리즈) · 아래 = BSR070 R5 모델, 주황 = 이 단계에서 넣는 부품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874272" y="7385262"/>
            <a:ext cx="4413728" cy="99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2"/>
              </a:lnSpc>
            </a:pPr>
            <a:r>
              <a:rPr lang="en-US" b="true" sz="2561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02 입력 커버 결합</a:t>
            </a:r>
          </a:p>
          <a:p>
            <a:pPr algn="l">
              <a:lnSpc>
                <a:spcPts val="3624"/>
              </a:lnSpc>
            </a:pPr>
            <a:r>
              <a:rPr lang="en-US" sz="2071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서브①을 하우징에 올리고 끼움 깊이 확인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163800" y="9380868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14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69048" y="1200150"/>
            <a:ext cx="5635485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b="true" sz="2499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04 · 단계별 조립 모습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51453" y="1475105"/>
            <a:ext cx="894499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조립 단계</a:t>
            </a:r>
            <a:r>
              <a:rPr lang="en-US" b="true" sz="5199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① — 서브조립과 투입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533650"/>
            <a:ext cx="4354838" cy="2188361"/>
            <a:chOff x="0" y="0"/>
            <a:chExt cx="5054600" cy="254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4473" cy="2540000"/>
            </a:xfrm>
            <a:custGeom>
              <a:avLst/>
              <a:gdLst/>
              <a:ahLst/>
              <a:cxnLst/>
              <a:rect r="r" b="b" t="t" l="l"/>
              <a:pathLst>
                <a:path h="2540000" w="5054473">
                  <a:moveTo>
                    <a:pt x="152400" y="0"/>
                  </a:moveTo>
                  <a:cubicBezTo>
                    <a:pt x="132207" y="0"/>
                    <a:pt x="112776" y="3810"/>
                    <a:pt x="94107" y="11557"/>
                  </a:cubicBezTo>
                  <a:cubicBezTo>
                    <a:pt x="75438" y="19304"/>
                    <a:pt x="58928" y="30353"/>
                    <a:pt x="44577" y="44577"/>
                  </a:cubicBezTo>
                  <a:cubicBezTo>
                    <a:pt x="30226" y="58801"/>
                    <a:pt x="19304" y="75438"/>
                    <a:pt x="11557" y="94107"/>
                  </a:cubicBezTo>
                  <a:cubicBezTo>
                    <a:pt x="3810" y="112776"/>
                    <a:pt x="0" y="132207"/>
                    <a:pt x="0" y="152273"/>
                  </a:cubicBezTo>
                  <a:lnTo>
                    <a:pt x="0" y="2387727"/>
                  </a:lnTo>
                  <a:cubicBezTo>
                    <a:pt x="0" y="2407920"/>
                    <a:pt x="3937" y="2427351"/>
                    <a:pt x="11557" y="2446020"/>
                  </a:cubicBezTo>
                  <a:cubicBezTo>
                    <a:pt x="19177" y="2464689"/>
                    <a:pt x="30353" y="2481199"/>
                    <a:pt x="44577" y="2495423"/>
                  </a:cubicBezTo>
                  <a:cubicBezTo>
                    <a:pt x="58801" y="2509647"/>
                    <a:pt x="75311" y="2520696"/>
                    <a:pt x="93980" y="2528443"/>
                  </a:cubicBezTo>
                  <a:cubicBezTo>
                    <a:pt x="112649" y="2536190"/>
                    <a:pt x="132080" y="2540000"/>
                    <a:pt x="152273" y="2540000"/>
                  </a:cubicBezTo>
                  <a:lnTo>
                    <a:pt x="4902200" y="2540000"/>
                  </a:lnTo>
                  <a:cubicBezTo>
                    <a:pt x="4922393" y="2540000"/>
                    <a:pt x="4941824" y="2536190"/>
                    <a:pt x="4960493" y="2528443"/>
                  </a:cubicBezTo>
                  <a:cubicBezTo>
                    <a:pt x="4979162" y="2520696"/>
                    <a:pt x="4995672" y="2509647"/>
                    <a:pt x="5009896" y="2495423"/>
                  </a:cubicBezTo>
                  <a:cubicBezTo>
                    <a:pt x="5024120" y="2481199"/>
                    <a:pt x="5035169" y="2464689"/>
                    <a:pt x="5042916" y="2446020"/>
                  </a:cubicBezTo>
                  <a:cubicBezTo>
                    <a:pt x="5050663" y="2427351"/>
                    <a:pt x="5054473" y="2407920"/>
                    <a:pt x="5054473" y="2387727"/>
                  </a:cubicBezTo>
                  <a:lnTo>
                    <a:pt x="5054473" y="152400"/>
                  </a:lnTo>
                  <a:cubicBezTo>
                    <a:pt x="5054473" y="132207"/>
                    <a:pt x="5050663" y="112776"/>
                    <a:pt x="5042916" y="94107"/>
                  </a:cubicBezTo>
                  <a:cubicBezTo>
                    <a:pt x="5035169" y="75438"/>
                    <a:pt x="5024120" y="58928"/>
                    <a:pt x="5009896" y="44704"/>
                  </a:cubicBezTo>
                  <a:cubicBezTo>
                    <a:pt x="4995672" y="30480"/>
                    <a:pt x="4979162" y="19431"/>
                    <a:pt x="4960493" y="11684"/>
                  </a:cubicBezTo>
                  <a:cubicBezTo>
                    <a:pt x="4941824" y="3937"/>
                    <a:pt x="4922393" y="0"/>
                    <a:pt x="49022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500" r="-2" b="-6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809545"/>
            <a:ext cx="4354838" cy="2516615"/>
            <a:chOff x="0" y="0"/>
            <a:chExt cx="3790950" cy="219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90950" cy="2190750"/>
            </a:xfrm>
            <a:custGeom>
              <a:avLst/>
              <a:gdLst/>
              <a:ahLst/>
              <a:cxnLst/>
              <a:rect r="r" b="b" t="t" l="l"/>
              <a:pathLst>
                <a:path h="2190750" w="3790950">
                  <a:moveTo>
                    <a:pt x="0" y="2076450"/>
                  </a:moveTo>
                  <a:lnTo>
                    <a:pt x="0" y="114300"/>
                  </a:lnTo>
                  <a:cubicBezTo>
                    <a:pt x="0" y="106807"/>
                    <a:pt x="762" y="99314"/>
                    <a:pt x="2159" y="91948"/>
                  </a:cubicBezTo>
                  <a:cubicBezTo>
                    <a:pt x="3556" y="84582"/>
                    <a:pt x="5842" y="77470"/>
                    <a:pt x="8763" y="70485"/>
                  </a:cubicBezTo>
                  <a:cubicBezTo>
                    <a:pt x="11684" y="63500"/>
                    <a:pt x="15113" y="57023"/>
                    <a:pt x="19304" y="50673"/>
                  </a:cubicBezTo>
                  <a:cubicBezTo>
                    <a:pt x="23495" y="44323"/>
                    <a:pt x="28194" y="38735"/>
                    <a:pt x="33528" y="33401"/>
                  </a:cubicBezTo>
                  <a:cubicBezTo>
                    <a:pt x="38862" y="28067"/>
                    <a:pt x="44577" y="23368"/>
                    <a:pt x="50800" y="19304"/>
                  </a:cubicBezTo>
                  <a:cubicBezTo>
                    <a:pt x="57023" y="15240"/>
                    <a:pt x="63627" y="11557"/>
                    <a:pt x="70612" y="8636"/>
                  </a:cubicBezTo>
                  <a:cubicBezTo>
                    <a:pt x="77597" y="5715"/>
                    <a:pt x="84582" y="3683"/>
                    <a:pt x="91948" y="2159"/>
                  </a:cubicBezTo>
                  <a:cubicBezTo>
                    <a:pt x="99314" y="635"/>
                    <a:pt x="106807" y="0"/>
                    <a:pt x="114300" y="0"/>
                  </a:cubicBezTo>
                  <a:lnTo>
                    <a:pt x="3676650" y="0"/>
                  </a:lnTo>
                  <a:cubicBezTo>
                    <a:pt x="3684143" y="0"/>
                    <a:pt x="3691636" y="762"/>
                    <a:pt x="3699002" y="2159"/>
                  </a:cubicBezTo>
                  <a:cubicBezTo>
                    <a:pt x="3706368" y="3556"/>
                    <a:pt x="3713480" y="5715"/>
                    <a:pt x="3720465" y="8636"/>
                  </a:cubicBezTo>
                  <a:cubicBezTo>
                    <a:pt x="3727450" y="11557"/>
                    <a:pt x="3733927" y="14986"/>
                    <a:pt x="3740277" y="19177"/>
                  </a:cubicBezTo>
                  <a:cubicBezTo>
                    <a:pt x="3746627" y="23368"/>
                    <a:pt x="3752342" y="28067"/>
                    <a:pt x="3757549" y="33401"/>
                  </a:cubicBezTo>
                  <a:cubicBezTo>
                    <a:pt x="3762756" y="38735"/>
                    <a:pt x="3767582" y="44450"/>
                    <a:pt x="3771773" y="50673"/>
                  </a:cubicBezTo>
                  <a:cubicBezTo>
                    <a:pt x="3775964" y="56896"/>
                    <a:pt x="3779520" y="63500"/>
                    <a:pt x="3782314" y="70485"/>
                  </a:cubicBezTo>
                  <a:cubicBezTo>
                    <a:pt x="3785108" y="77470"/>
                    <a:pt x="3787394" y="84582"/>
                    <a:pt x="3788791" y="91948"/>
                  </a:cubicBezTo>
                  <a:cubicBezTo>
                    <a:pt x="3790188" y="99314"/>
                    <a:pt x="3790950" y="106680"/>
                    <a:pt x="3790950" y="114300"/>
                  </a:cubicBezTo>
                  <a:lnTo>
                    <a:pt x="3790950" y="2076450"/>
                  </a:lnTo>
                  <a:cubicBezTo>
                    <a:pt x="3790950" y="2083943"/>
                    <a:pt x="3790188" y="2091309"/>
                    <a:pt x="3788791" y="2098675"/>
                  </a:cubicBezTo>
                  <a:cubicBezTo>
                    <a:pt x="3787394" y="2106041"/>
                    <a:pt x="3785108" y="2113153"/>
                    <a:pt x="3782314" y="2120138"/>
                  </a:cubicBezTo>
                  <a:cubicBezTo>
                    <a:pt x="3779520" y="2127123"/>
                    <a:pt x="3775964" y="2133600"/>
                    <a:pt x="3771773" y="2139950"/>
                  </a:cubicBezTo>
                  <a:cubicBezTo>
                    <a:pt x="3767582" y="2146300"/>
                    <a:pt x="3762883" y="2152015"/>
                    <a:pt x="3757549" y="2157349"/>
                  </a:cubicBezTo>
                  <a:cubicBezTo>
                    <a:pt x="3752215" y="2162683"/>
                    <a:pt x="3746500" y="2167382"/>
                    <a:pt x="3740277" y="2171573"/>
                  </a:cubicBezTo>
                  <a:cubicBezTo>
                    <a:pt x="3734054" y="2175764"/>
                    <a:pt x="3727450" y="2179193"/>
                    <a:pt x="3720465" y="2182114"/>
                  </a:cubicBezTo>
                  <a:cubicBezTo>
                    <a:pt x="3713480" y="2185035"/>
                    <a:pt x="3706368" y="2187194"/>
                    <a:pt x="3699002" y="2188591"/>
                  </a:cubicBezTo>
                  <a:cubicBezTo>
                    <a:pt x="3691636" y="2189988"/>
                    <a:pt x="3684270" y="2190750"/>
                    <a:pt x="3676650" y="2190750"/>
                  </a:cubicBezTo>
                  <a:lnTo>
                    <a:pt x="114300" y="2190750"/>
                  </a:lnTo>
                  <a:cubicBezTo>
                    <a:pt x="106807" y="2190750"/>
                    <a:pt x="99314" y="2189988"/>
                    <a:pt x="91948" y="2188591"/>
                  </a:cubicBezTo>
                  <a:cubicBezTo>
                    <a:pt x="84582" y="2187194"/>
                    <a:pt x="77470" y="2184908"/>
                    <a:pt x="70485" y="2182114"/>
                  </a:cubicBezTo>
                  <a:cubicBezTo>
                    <a:pt x="63500" y="2179320"/>
                    <a:pt x="57023" y="2175764"/>
                    <a:pt x="50673" y="2171573"/>
                  </a:cubicBezTo>
                  <a:cubicBezTo>
                    <a:pt x="44323" y="2167382"/>
                    <a:pt x="38608" y="2162683"/>
                    <a:pt x="33401" y="2157349"/>
                  </a:cubicBezTo>
                  <a:cubicBezTo>
                    <a:pt x="28194" y="2152015"/>
                    <a:pt x="23368" y="2146300"/>
                    <a:pt x="19177" y="2139950"/>
                  </a:cubicBezTo>
                  <a:cubicBezTo>
                    <a:pt x="14986" y="2133600"/>
                    <a:pt x="11430" y="2127123"/>
                    <a:pt x="8636" y="2120138"/>
                  </a:cubicBezTo>
                  <a:cubicBezTo>
                    <a:pt x="5842" y="2113153"/>
                    <a:pt x="3556" y="2106041"/>
                    <a:pt x="2159" y="2098675"/>
                  </a:cubicBezTo>
                  <a:cubicBezTo>
                    <a:pt x="762" y="2091309"/>
                    <a:pt x="0" y="2083943"/>
                    <a:pt x="0" y="2076450"/>
                  </a:cubicBezTo>
                  <a:close/>
                </a:path>
              </a:pathLst>
            </a:custGeom>
            <a:solidFill>
              <a:srgbClr val="101B2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03323" y="4809545"/>
            <a:ext cx="3348192" cy="2516615"/>
            <a:chOff x="0" y="0"/>
            <a:chExt cx="3886200" cy="292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862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3886200">
                  <a:moveTo>
                    <a:pt x="0" y="0"/>
                  </a:moveTo>
                  <a:lnTo>
                    <a:pt x="3886200" y="0"/>
                  </a:lnTo>
                  <a:lnTo>
                    <a:pt x="38862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617441" y="2533650"/>
            <a:ext cx="4354838" cy="2188361"/>
            <a:chOff x="0" y="0"/>
            <a:chExt cx="5054600" cy="254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54473" cy="2539873"/>
            </a:xfrm>
            <a:custGeom>
              <a:avLst/>
              <a:gdLst/>
              <a:ahLst/>
              <a:cxnLst/>
              <a:rect r="r" b="b" t="t" l="l"/>
              <a:pathLst>
                <a:path h="2539873" w="5054473">
                  <a:moveTo>
                    <a:pt x="152400" y="0"/>
                  </a:moveTo>
                  <a:cubicBezTo>
                    <a:pt x="132207" y="0"/>
                    <a:pt x="112776" y="3810"/>
                    <a:pt x="94107" y="11557"/>
                  </a:cubicBezTo>
                  <a:cubicBezTo>
                    <a:pt x="75438" y="19304"/>
                    <a:pt x="58928" y="30353"/>
                    <a:pt x="44577" y="44577"/>
                  </a:cubicBezTo>
                  <a:cubicBezTo>
                    <a:pt x="30226" y="58801"/>
                    <a:pt x="19304" y="75438"/>
                    <a:pt x="11557" y="94107"/>
                  </a:cubicBezTo>
                  <a:cubicBezTo>
                    <a:pt x="3810" y="112776"/>
                    <a:pt x="0" y="132080"/>
                    <a:pt x="0" y="152273"/>
                  </a:cubicBezTo>
                  <a:lnTo>
                    <a:pt x="0" y="2387727"/>
                  </a:lnTo>
                  <a:cubicBezTo>
                    <a:pt x="0" y="2407920"/>
                    <a:pt x="3937" y="2427224"/>
                    <a:pt x="11557" y="2445893"/>
                  </a:cubicBezTo>
                  <a:cubicBezTo>
                    <a:pt x="19177" y="2464562"/>
                    <a:pt x="30353" y="2481072"/>
                    <a:pt x="44577" y="2495296"/>
                  </a:cubicBezTo>
                  <a:cubicBezTo>
                    <a:pt x="58801" y="2509520"/>
                    <a:pt x="75311" y="2520569"/>
                    <a:pt x="93980" y="2528316"/>
                  </a:cubicBezTo>
                  <a:cubicBezTo>
                    <a:pt x="112649" y="2536063"/>
                    <a:pt x="132080" y="2539873"/>
                    <a:pt x="152273" y="2539873"/>
                  </a:cubicBezTo>
                  <a:lnTo>
                    <a:pt x="4902200" y="2539873"/>
                  </a:lnTo>
                  <a:cubicBezTo>
                    <a:pt x="4922393" y="2539873"/>
                    <a:pt x="4941824" y="2536063"/>
                    <a:pt x="4960493" y="2528316"/>
                  </a:cubicBezTo>
                  <a:cubicBezTo>
                    <a:pt x="4979162" y="2520569"/>
                    <a:pt x="4995672" y="2509520"/>
                    <a:pt x="5009896" y="2495296"/>
                  </a:cubicBezTo>
                  <a:cubicBezTo>
                    <a:pt x="5024120" y="2481072"/>
                    <a:pt x="5035169" y="2464562"/>
                    <a:pt x="5042916" y="2445893"/>
                  </a:cubicBezTo>
                  <a:cubicBezTo>
                    <a:pt x="5050663" y="2427224"/>
                    <a:pt x="5054473" y="2407793"/>
                    <a:pt x="5054473" y="2387600"/>
                  </a:cubicBezTo>
                  <a:lnTo>
                    <a:pt x="5054473" y="152400"/>
                  </a:lnTo>
                  <a:cubicBezTo>
                    <a:pt x="5054473" y="132207"/>
                    <a:pt x="5050663" y="112776"/>
                    <a:pt x="5042916" y="94107"/>
                  </a:cubicBezTo>
                  <a:cubicBezTo>
                    <a:pt x="5035169" y="75438"/>
                    <a:pt x="5024120" y="58928"/>
                    <a:pt x="5009896" y="44704"/>
                  </a:cubicBezTo>
                  <a:cubicBezTo>
                    <a:pt x="4995672" y="30480"/>
                    <a:pt x="4979162" y="19431"/>
                    <a:pt x="4960493" y="11684"/>
                  </a:cubicBezTo>
                  <a:cubicBezTo>
                    <a:pt x="4941824" y="3937"/>
                    <a:pt x="4922393" y="0"/>
                    <a:pt x="49022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5500" r="-2" b="-600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617441" y="4809545"/>
            <a:ext cx="4354838" cy="2516615"/>
            <a:chOff x="0" y="0"/>
            <a:chExt cx="3790950" cy="2190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90950" cy="2190750"/>
            </a:xfrm>
            <a:custGeom>
              <a:avLst/>
              <a:gdLst/>
              <a:ahLst/>
              <a:cxnLst/>
              <a:rect r="r" b="b" t="t" l="l"/>
              <a:pathLst>
                <a:path h="2190750" w="3790950">
                  <a:moveTo>
                    <a:pt x="0" y="2076450"/>
                  </a:moveTo>
                  <a:lnTo>
                    <a:pt x="0" y="114300"/>
                  </a:lnTo>
                  <a:cubicBezTo>
                    <a:pt x="0" y="106807"/>
                    <a:pt x="762" y="99314"/>
                    <a:pt x="2159" y="91948"/>
                  </a:cubicBezTo>
                  <a:cubicBezTo>
                    <a:pt x="3556" y="84582"/>
                    <a:pt x="5842" y="77470"/>
                    <a:pt x="8636" y="70485"/>
                  </a:cubicBezTo>
                  <a:cubicBezTo>
                    <a:pt x="11430" y="63500"/>
                    <a:pt x="14986" y="57023"/>
                    <a:pt x="19177" y="50673"/>
                  </a:cubicBezTo>
                  <a:cubicBezTo>
                    <a:pt x="23368" y="44323"/>
                    <a:pt x="28067" y="38735"/>
                    <a:pt x="33401" y="33401"/>
                  </a:cubicBezTo>
                  <a:cubicBezTo>
                    <a:pt x="38735" y="28067"/>
                    <a:pt x="44577" y="23368"/>
                    <a:pt x="50800" y="19304"/>
                  </a:cubicBezTo>
                  <a:cubicBezTo>
                    <a:pt x="57023" y="15240"/>
                    <a:pt x="63627" y="11557"/>
                    <a:pt x="70612" y="8636"/>
                  </a:cubicBezTo>
                  <a:cubicBezTo>
                    <a:pt x="77597" y="5715"/>
                    <a:pt x="84582" y="3683"/>
                    <a:pt x="91948" y="2159"/>
                  </a:cubicBezTo>
                  <a:cubicBezTo>
                    <a:pt x="99314" y="635"/>
                    <a:pt x="106807" y="0"/>
                    <a:pt x="114300" y="0"/>
                  </a:cubicBezTo>
                  <a:lnTo>
                    <a:pt x="3676650" y="0"/>
                  </a:lnTo>
                  <a:cubicBezTo>
                    <a:pt x="3684143" y="0"/>
                    <a:pt x="3691636" y="762"/>
                    <a:pt x="3699002" y="2159"/>
                  </a:cubicBezTo>
                  <a:cubicBezTo>
                    <a:pt x="3706368" y="3556"/>
                    <a:pt x="3713480" y="5715"/>
                    <a:pt x="3720465" y="8636"/>
                  </a:cubicBezTo>
                  <a:cubicBezTo>
                    <a:pt x="3727450" y="11557"/>
                    <a:pt x="3733927" y="14986"/>
                    <a:pt x="3740277" y="19177"/>
                  </a:cubicBezTo>
                  <a:cubicBezTo>
                    <a:pt x="3746627" y="23368"/>
                    <a:pt x="3752342" y="28067"/>
                    <a:pt x="3757549" y="33401"/>
                  </a:cubicBezTo>
                  <a:cubicBezTo>
                    <a:pt x="3762756" y="38735"/>
                    <a:pt x="3767582" y="44450"/>
                    <a:pt x="3771773" y="50673"/>
                  </a:cubicBezTo>
                  <a:cubicBezTo>
                    <a:pt x="3775964" y="56896"/>
                    <a:pt x="3779520" y="63500"/>
                    <a:pt x="3782314" y="70485"/>
                  </a:cubicBezTo>
                  <a:cubicBezTo>
                    <a:pt x="3785108" y="77470"/>
                    <a:pt x="3787394" y="84582"/>
                    <a:pt x="3788791" y="91948"/>
                  </a:cubicBezTo>
                  <a:cubicBezTo>
                    <a:pt x="3790188" y="99314"/>
                    <a:pt x="3790950" y="106680"/>
                    <a:pt x="3790950" y="114300"/>
                  </a:cubicBezTo>
                  <a:lnTo>
                    <a:pt x="3790950" y="2076450"/>
                  </a:lnTo>
                  <a:cubicBezTo>
                    <a:pt x="3790950" y="2083943"/>
                    <a:pt x="3790188" y="2091309"/>
                    <a:pt x="3788791" y="2098675"/>
                  </a:cubicBezTo>
                  <a:cubicBezTo>
                    <a:pt x="3787394" y="2106041"/>
                    <a:pt x="3785108" y="2113153"/>
                    <a:pt x="3782314" y="2120138"/>
                  </a:cubicBezTo>
                  <a:cubicBezTo>
                    <a:pt x="3779520" y="2127123"/>
                    <a:pt x="3775964" y="2133600"/>
                    <a:pt x="3771773" y="2139950"/>
                  </a:cubicBezTo>
                  <a:cubicBezTo>
                    <a:pt x="3767582" y="2146300"/>
                    <a:pt x="3762883" y="2152015"/>
                    <a:pt x="3757549" y="2157349"/>
                  </a:cubicBezTo>
                  <a:cubicBezTo>
                    <a:pt x="3752215" y="2162683"/>
                    <a:pt x="3746500" y="2167382"/>
                    <a:pt x="3740277" y="2171573"/>
                  </a:cubicBezTo>
                  <a:cubicBezTo>
                    <a:pt x="3734054" y="2175764"/>
                    <a:pt x="3727450" y="2179193"/>
                    <a:pt x="3720465" y="2182114"/>
                  </a:cubicBezTo>
                  <a:cubicBezTo>
                    <a:pt x="3713480" y="2185035"/>
                    <a:pt x="3706368" y="2187194"/>
                    <a:pt x="3699002" y="2188591"/>
                  </a:cubicBezTo>
                  <a:cubicBezTo>
                    <a:pt x="3691636" y="2189988"/>
                    <a:pt x="3684270" y="2190750"/>
                    <a:pt x="3676650" y="2190750"/>
                  </a:cubicBezTo>
                  <a:lnTo>
                    <a:pt x="114300" y="2190750"/>
                  </a:lnTo>
                  <a:cubicBezTo>
                    <a:pt x="106807" y="2190750"/>
                    <a:pt x="99314" y="2189988"/>
                    <a:pt x="91948" y="2188591"/>
                  </a:cubicBezTo>
                  <a:cubicBezTo>
                    <a:pt x="84582" y="2187194"/>
                    <a:pt x="77470" y="2184908"/>
                    <a:pt x="70485" y="2182114"/>
                  </a:cubicBezTo>
                  <a:cubicBezTo>
                    <a:pt x="63500" y="2179320"/>
                    <a:pt x="57023" y="2175764"/>
                    <a:pt x="50673" y="2171573"/>
                  </a:cubicBezTo>
                  <a:cubicBezTo>
                    <a:pt x="44323" y="2167382"/>
                    <a:pt x="38608" y="2162683"/>
                    <a:pt x="33401" y="2157349"/>
                  </a:cubicBezTo>
                  <a:cubicBezTo>
                    <a:pt x="28194" y="2152015"/>
                    <a:pt x="23368" y="2146300"/>
                    <a:pt x="19177" y="2139950"/>
                  </a:cubicBezTo>
                  <a:cubicBezTo>
                    <a:pt x="14986" y="2133600"/>
                    <a:pt x="11430" y="2127123"/>
                    <a:pt x="8636" y="2120138"/>
                  </a:cubicBezTo>
                  <a:cubicBezTo>
                    <a:pt x="5842" y="2113153"/>
                    <a:pt x="3556" y="2106041"/>
                    <a:pt x="2159" y="2098675"/>
                  </a:cubicBezTo>
                  <a:cubicBezTo>
                    <a:pt x="762" y="2091309"/>
                    <a:pt x="0" y="2083943"/>
                    <a:pt x="0" y="2076450"/>
                  </a:cubicBezTo>
                  <a:close/>
                </a:path>
              </a:pathLst>
            </a:custGeom>
            <a:solidFill>
              <a:srgbClr val="101B2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120764" y="4809545"/>
            <a:ext cx="3348192" cy="2516615"/>
            <a:chOff x="0" y="0"/>
            <a:chExt cx="3886200" cy="2921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862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3886200">
                  <a:moveTo>
                    <a:pt x="0" y="0"/>
                  </a:moveTo>
                  <a:lnTo>
                    <a:pt x="3886200" y="0"/>
                  </a:lnTo>
                  <a:lnTo>
                    <a:pt x="38862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234883" y="2533650"/>
            <a:ext cx="4354838" cy="2188361"/>
            <a:chOff x="0" y="0"/>
            <a:chExt cx="5054600" cy="254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54473" cy="2540000"/>
            </a:xfrm>
            <a:custGeom>
              <a:avLst/>
              <a:gdLst/>
              <a:ahLst/>
              <a:cxnLst/>
              <a:rect r="r" b="b" t="t" l="l"/>
              <a:pathLst>
                <a:path h="2540000" w="5054473">
                  <a:moveTo>
                    <a:pt x="152400" y="0"/>
                  </a:moveTo>
                  <a:cubicBezTo>
                    <a:pt x="132207" y="0"/>
                    <a:pt x="112776" y="3810"/>
                    <a:pt x="94107" y="11557"/>
                  </a:cubicBezTo>
                  <a:cubicBezTo>
                    <a:pt x="75438" y="19304"/>
                    <a:pt x="58928" y="30353"/>
                    <a:pt x="44577" y="44577"/>
                  </a:cubicBezTo>
                  <a:cubicBezTo>
                    <a:pt x="30226" y="58801"/>
                    <a:pt x="19304" y="75438"/>
                    <a:pt x="11557" y="94107"/>
                  </a:cubicBezTo>
                  <a:cubicBezTo>
                    <a:pt x="3810" y="112776"/>
                    <a:pt x="0" y="132080"/>
                    <a:pt x="0" y="152146"/>
                  </a:cubicBezTo>
                  <a:lnTo>
                    <a:pt x="0" y="2387854"/>
                  </a:lnTo>
                  <a:cubicBezTo>
                    <a:pt x="0" y="2408047"/>
                    <a:pt x="3937" y="2427351"/>
                    <a:pt x="11557" y="2446020"/>
                  </a:cubicBezTo>
                  <a:cubicBezTo>
                    <a:pt x="19177" y="2464689"/>
                    <a:pt x="30353" y="2481199"/>
                    <a:pt x="44577" y="2495423"/>
                  </a:cubicBezTo>
                  <a:cubicBezTo>
                    <a:pt x="58801" y="2509647"/>
                    <a:pt x="75311" y="2520696"/>
                    <a:pt x="93980" y="2528443"/>
                  </a:cubicBezTo>
                  <a:cubicBezTo>
                    <a:pt x="112649" y="2536190"/>
                    <a:pt x="132080" y="2540000"/>
                    <a:pt x="152273" y="2540000"/>
                  </a:cubicBezTo>
                  <a:lnTo>
                    <a:pt x="4902200" y="2540000"/>
                  </a:lnTo>
                  <a:cubicBezTo>
                    <a:pt x="4922393" y="2540000"/>
                    <a:pt x="4941824" y="2536190"/>
                    <a:pt x="4960493" y="2528443"/>
                  </a:cubicBezTo>
                  <a:cubicBezTo>
                    <a:pt x="4979162" y="2520696"/>
                    <a:pt x="4995672" y="2509647"/>
                    <a:pt x="5009896" y="2495423"/>
                  </a:cubicBezTo>
                  <a:cubicBezTo>
                    <a:pt x="5024120" y="2481199"/>
                    <a:pt x="5035169" y="2464689"/>
                    <a:pt x="5042916" y="2446020"/>
                  </a:cubicBezTo>
                  <a:cubicBezTo>
                    <a:pt x="5050663" y="2427351"/>
                    <a:pt x="5054473" y="2407920"/>
                    <a:pt x="5054473" y="2387727"/>
                  </a:cubicBezTo>
                  <a:lnTo>
                    <a:pt x="5054473" y="152400"/>
                  </a:lnTo>
                  <a:cubicBezTo>
                    <a:pt x="5054473" y="132207"/>
                    <a:pt x="5050663" y="112776"/>
                    <a:pt x="5042916" y="94107"/>
                  </a:cubicBezTo>
                  <a:cubicBezTo>
                    <a:pt x="5035169" y="75438"/>
                    <a:pt x="5024120" y="58928"/>
                    <a:pt x="5009896" y="44704"/>
                  </a:cubicBezTo>
                  <a:cubicBezTo>
                    <a:pt x="4995672" y="30480"/>
                    <a:pt x="4979162" y="19431"/>
                    <a:pt x="4960493" y="11684"/>
                  </a:cubicBezTo>
                  <a:cubicBezTo>
                    <a:pt x="4941824" y="3937"/>
                    <a:pt x="4922393" y="0"/>
                    <a:pt x="49022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5500" r="-2" b="-600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234883" y="4809545"/>
            <a:ext cx="4354838" cy="2516615"/>
            <a:chOff x="0" y="0"/>
            <a:chExt cx="3790950" cy="21907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90950" cy="2190750"/>
            </a:xfrm>
            <a:custGeom>
              <a:avLst/>
              <a:gdLst/>
              <a:ahLst/>
              <a:cxnLst/>
              <a:rect r="r" b="b" t="t" l="l"/>
              <a:pathLst>
                <a:path h="2190750" w="3790950">
                  <a:moveTo>
                    <a:pt x="0" y="2076450"/>
                  </a:moveTo>
                  <a:lnTo>
                    <a:pt x="0" y="114300"/>
                  </a:lnTo>
                  <a:cubicBezTo>
                    <a:pt x="0" y="106807"/>
                    <a:pt x="762" y="99314"/>
                    <a:pt x="2159" y="91948"/>
                  </a:cubicBezTo>
                  <a:cubicBezTo>
                    <a:pt x="3556" y="84582"/>
                    <a:pt x="5842" y="77470"/>
                    <a:pt x="8763" y="70485"/>
                  </a:cubicBezTo>
                  <a:cubicBezTo>
                    <a:pt x="11684" y="63500"/>
                    <a:pt x="15113" y="57023"/>
                    <a:pt x="19304" y="50673"/>
                  </a:cubicBezTo>
                  <a:cubicBezTo>
                    <a:pt x="23495" y="44323"/>
                    <a:pt x="28194" y="38735"/>
                    <a:pt x="33528" y="33401"/>
                  </a:cubicBezTo>
                  <a:cubicBezTo>
                    <a:pt x="38862" y="28067"/>
                    <a:pt x="44577" y="23368"/>
                    <a:pt x="50800" y="19304"/>
                  </a:cubicBezTo>
                  <a:cubicBezTo>
                    <a:pt x="57023" y="15240"/>
                    <a:pt x="63627" y="11557"/>
                    <a:pt x="70612" y="8636"/>
                  </a:cubicBezTo>
                  <a:cubicBezTo>
                    <a:pt x="77597" y="5715"/>
                    <a:pt x="84582" y="3683"/>
                    <a:pt x="91948" y="2159"/>
                  </a:cubicBezTo>
                  <a:cubicBezTo>
                    <a:pt x="99314" y="635"/>
                    <a:pt x="106807" y="0"/>
                    <a:pt x="114300" y="0"/>
                  </a:cubicBezTo>
                  <a:lnTo>
                    <a:pt x="3676650" y="0"/>
                  </a:lnTo>
                  <a:cubicBezTo>
                    <a:pt x="3684143" y="0"/>
                    <a:pt x="3691636" y="762"/>
                    <a:pt x="3699002" y="2159"/>
                  </a:cubicBezTo>
                  <a:cubicBezTo>
                    <a:pt x="3706368" y="3556"/>
                    <a:pt x="3713480" y="5715"/>
                    <a:pt x="3720465" y="8636"/>
                  </a:cubicBezTo>
                  <a:cubicBezTo>
                    <a:pt x="3727450" y="11557"/>
                    <a:pt x="3733927" y="14986"/>
                    <a:pt x="3740277" y="19177"/>
                  </a:cubicBezTo>
                  <a:cubicBezTo>
                    <a:pt x="3746627" y="23368"/>
                    <a:pt x="3752342" y="28067"/>
                    <a:pt x="3757549" y="33401"/>
                  </a:cubicBezTo>
                  <a:cubicBezTo>
                    <a:pt x="3762756" y="38735"/>
                    <a:pt x="3767582" y="44450"/>
                    <a:pt x="3771773" y="50673"/>
                  </a:cubicBezTo>
                  <a:cubicBezTo>
                    <a:pt x="3775964" y="56896"/>
                    <a:pt x="3779520" y="63500"/>
                    <a:pt x="3782314" y="70485"/>
                  </a:cubicBezTo>
                  <a:cubicBezTo>
                    <a:pt x="3785108" y="77470"/>
                    <a:pt x="3787394" y="84582"/>
                    <a:pt x="3788791" y="91948"/>
                  </a:cubicBezTo>
                  <a:cubicBezTo>
                    <a:pt x="3790188" y="99314"/>
                    <a:pt x="3790950" y="106680"/>
                    <a:pt x="3790950" y="114300"/>
                  </a:cubicBezTo>
                  <a:lnTo>
                    <a:pt x="3790950" y="2076450"/>
                  </a:lnTo>
                  <a:cubicBezTo>
                    <a:pt x="3790950" y="2083943"/>
                    <a:pt x="3790188" y="2091309"/>
                    <a:pt x="3788791" y="2098675"/>
                  </a:cubicBezTo>
                  <a:cubicBezTo>
                    <a:pt x="3787394" y="2106041"/>
                    <a:pt x="3785108" y="2113153"/>
                    <a:pt x="3782314" y="2120138"/>
                  </a:cubicBezTo>
                  <a:cubicBezTo>
                    <a:pt x="3779520" y="2127123"/>
                    <a:pt x="3775964" y="2133600"/>
                    <a:pt x="3771773" y="2139950"/>
                  </a:cubicBezTo>
                  <a:cubicBezTo>
                    <a:pt x="3767582" y="2146300"/>
                    <a:pt x="3762883" y="2152015"/>
                    <a:pt x="3757549" y="2157349"/>
                  </a:cubicBezTo>
                  <a:cubicBezTo>
                    <a:pt x="3752215" y="2162683"/>
                    <a:pt x="3746500" y="2167382"/>
                    <a:pt x="3740277" y="2171573"/>
                  </a:cubicBezTo>
                  <a:cubicBezTo>
                    <a:pt x="3734054" y="2175764"/>
                    <a:pt x="3727450" y="2179193"/>
                    <a:pt x="3720465" y="2182114"/>
                  </a:cubicBezTo>
                  <a:cubicBezTo>
                    <a:pt x="3713480" y="2185035"/>
                    <a:pt x="3706368" y="2187194"/>
                    <a:pt x="3699002" y="2188591"/>
                  </a:cubicBezTo>
                  <a:cubicBezTo>
                    <a:pt x="3691636" y="2189988"/>
                    <a:pt x="3684270" y="2190750"/>
                    <a:pt x="3676650" y="2190750"/>
                  </a:cubicBezTo>
                  <a:lnTo>
                    <a:pt x="114300" y="2190750"/>
                  </a:lnTo>
                  <a:cubicBezTo>
                    <a:pt x="106807" y="2190750"/>
                    <a:pt x="99314" y="2189988"/>
                    <a:pt x="91948" y="2188591"/>
                  </a:cubicBezTo>
                  <a:cubicBezTo>
                    <a:pt x="84582" y="2187194"/>
                    <a:pt x="77470" y="2184908"/>
                    <a:pt x="70485" y="2182114"/>
                  </a:cubicBezTo>
                  <a:cubicBezTo>
                    <a:pt x="63500" y="2179320"/>
                    <a:pt x="57023" y="2175764"/>
                    <a:pt x="50673" y="2171573"/>
                  </a:cubicBezTo>
                  <a:cubicBezTo>
                    <a:pt x="44323" y="2167382"/>
                    <a:pt x="38608" y="2162683"/>
                    <a:pt x="33401" y="2157349"/>
                  </a:cubicBezTo>
                  <a:cubicBezTo>
                    <a:pt x="28194" y="2152015"/>
                    <a:pt x="23368" y="2146300"/>
                    <a:pt x="19177" y="2139950"/>
                  </a:cubicBezTo>
                  <a:cubicBezTo>
                    <a:pt x="14986" y="2133600"/>
                    <a:pt x="11430" y="2127123"/>
                    <a:pt x="8636" y="2120138"/>
                  </a:cubicBezTo>
                  <a:cubicBezTo>
                    <a:pt x="5842" y="2113153"/>
                    <a:pt x="3556" y="2106041"/>
                    <a:pt x="2159" y="2098675"/>
                  </a:cubicBezTo>
                  <a:cubicBezTo>
                    <a:pt x="762" y="2091309"/>
                    <a:pt x="0" y="2083943"/>
                    <a:pt x="0" y="2076450"/>
                  </a:cubicBezTo>
                  <a:close/>
                </a:path>
              </a:pathLst>
            </a:custGeom>
            <a:solidFill>
              <a:srgbClr val="101B2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738206" y="4809545"/>
            <a:ext cx="3348192" cy="2516615"/>
            <a:chOff x="0" y="0"/>
            <a:chExt cx="3886200" cy="2921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862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3886200">
                  <a:moveTo>
                    <a:pt x="0" y="0"/>
                  </a:moveTo>
                  <a:lnTo>
                    <a:pt x="3886200" y="0"/>
                  </a:lnTo>
                  <a:lnTo>
                    <a:pt x="38862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852324" y="2533650"/>
            <a:ext cx="4354838" cy="2188361"/>
            <a:chOff x="0" y="0"/>
            <a:chExt cx="5054600" cy="254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54473" cy="2539873"/>
            </a:xfrm>
            <a:custGeom>
              <a:avLst/>
              <a:gdLst/>
              <a:ahLst/>
              <a:cxnLst/>
              <a:rect r="r" b="b" t="t" l="l"/>
              <a:pathLst>
                <a:path h="2539873" w="5054473">
                  <a:moveTo>
                    <a:pt x="152400" y="0"/>
                  </a:moveTo>
                  <a:cubicBezTo>
                    <a:pt x="132207" y="0"/>
                    <a:pt x="112776" y="3810"/>
                    <a:pt x="94107" y="11557"/>
                  </a:cubicBezTo>
                  <a:cubicBezTo>
                    <a:pt x="75438" y="19304"/>
                    <a:pt x="58928" y="30353"/>
                    <a:pt x="44577" y="44577"/>
                  </a:cubicBezTo>
                  <a:cubicBezTo>
                    <a:pt x="30226" y="58801"/>
                    <a:pt x="19304" y="75438"/>
                    <a:pt x="11557" y="94107"/>
                  </a:cubicBezTo>
                  <a:cubicBezTo>
                    <a:pt x="3810" y="112776"/>
                    <a:pt x="0" y="132080"/>
                    <a:pt x="0" y="152146"/>
                  </a:cubicBezTo>
                  <a:lnTo>
                    <a:pt x="0" y="2387854"/>
                  </a:lnTo>
                  <a:cubicBezTo>
                    <a:pt x="0" y="2407920"/>
                    <a:pt x="3937" y="2427351"/>
                    <a:pt x="11557" y="2445893"/>
                  </a:cubicBezTo>
                  <a:cubicBezTo>
                    <a:pt x="19177" y="2464435"/>
                    <a:pt x="30353" y="2481072"/>
                    <a:pt x="44577" y="2495296"/>
                  </a:cubicBezTo>
                  <a:cubicBezTo>
                    <a:pt x="58801" y="2509520"/>
                    <a:pt x="75311" y="2520569"/>
                    <a:pt x="93980" y="2528316"/>
                  </a:cubicBezTo>
                  <a:cubicBezTo>
                    <a:pt x="112649" y="2536063"/>
                    <a:pt x="132080" y="2539873"/>
                    <a:pt x="152273" y="2539873"/>
                  </a:cubicBezTo>
                  <a:lnTo>
                    <a:pt x="4902200" y="2539873"/>
                  </a:lnTo>
                  <a:cubicBezTo>
                    <a:pt x="4922393" y="2539873"/>
                    <a:pt x="4941824" y="2536063"/>
                    <a:pt x="4960493" y="2528316"/>
                  </a:cubicBezTo>
                  <a:cubicBezTo>
                    <a:pt x="4979162" y="2520569"/>
                    <a:pt x="4995672" y="2509520"/>
                    <a:pt x="5009896" y="2495296"/>
                  </a:cubicBezTo>
                  <a:cubicBezTo>
                    <a:pt x="5024120" y="2481072"/>
                    <a:pt x="5035169" y="2464562"/>
                    <a:pt x="5042916" y="2445893"/>
                  </a:cubicBezTo>
                  <a:cubicBezTo>
                    <a:pt x="5050663" y="2427224"/>
                    <a:pt x="5054473" y="2407793"/>
                    <a:pt x="5054473" y="2387600"/>
                  </a:cubicBezTo>
                  <a:lnTo>
                    <a:pt x="5054473" y="152400"/>
                  </a:lnTo>
                  <a:cubicBezTo>
                    <a:pt x="5054473" y="132207"/>
                    <a:pt x="5050663" y="112776"/>
                    <a:pt x="5042916" y="94107"/>
                  </a:cubicBezTo>
                  <a:cubicBezTo>
                    <a:pt x="5035169" y="75438"/>
                    <a:pt x="5024120" y="58928"/>
                    <a:pt x="5009896" y="44704"/>
                  </a:cubicBezTo>
                  <a:cubicBezTo>
                    <a:pt x="4995672" y="30480"/>
                    <a:pt x="4979162" y="19431"/>
                    <a:pt x="4960493" y="11684"/>
                  </a:cubicBezTo>
                  <a:cubicBezTo>
                    <a:pt x="4941824" y="3937"/>
                    <a:pt x="4922393" y="0"/>
                    <a:pt x="49022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5500" r="-2" b="-600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852324" y="4809545"/>
            <a:ext cx="4354838" cy="2516615"/>
            <a:chOff x="0" y="0"/>
            <a:chExt cx="3790950" cy="21907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90950" cy="2190750"/>
            </a:xfrm>
            <a:custGeom>
              <a:avLst/>
              <a:gdLst/>
              <a:ahLst/>
              <a:cxnLst/>
              <a:rect r="r" b="b" t="t" l="l"/>
              <a:pathLst>
                <a:path h="2190750" w="3790950">
                  <a:moveTo>
                    <a:pt x="0" y="2076450"/>
                  </a:moveTo>
                  <a:lnTo>
                    <a:pt x="0" y="114300"/>
                  </a:lnTo>
                  <a:cubicBezTo>
                    <a:pt x="0" y="106807"/>
                    <a:pt x="762" y="99314"/>
                    <a:pt x="2159" y="91948"/>
                  </a:cubicBezTo>
                  <a:cubicBezTo>
                    <a:pt x="3556" y="84582"/>
                    <a:pt x="5842" y="77470"/>
                    <a:pt x="8636" y="70485"/>
                  </a:cubicBezTo>
                  <a:cubicBezTo>
                    <a:pt x="11430" y="63500"/>
                    <a:pt x="14986" y="57023"/>
                    <a:pt x="19177" y="50673"/>
                  </a:cubicBezTo>
                  <a:cubicBezTo>
                    <a:pt x="23368" y="44323"/>
                    <a:pt x="28067" y="38735"/>
                    <a:pt x="33401" y="33401"/>
                  </a:cubicBezTo>
                  <a:cubicBezTo>
                    <a:pt x="38735" y="28067"/>
                    <a:pt x="44577" y="23368"/>
                    <a:pt x="50800" y="19304"/>
                  </a:cubicBezTo>
                  <a:cubicBezTo>
                    <a:pt x="57023" y="15240"/>
                    <a:pt x="63627" y="11557"/>
                    <a:pt x="70612" y="8636"/>
                  </a:cubicBezTo>
                  <a:cubicBezTo>
                    <a:pt x="77597" y="5715"/>
                    <a:pt x="84582" y="3683"/>
                    <a:pt x="91948" y="2159"/>
                  </a:cubicBezTo>
                  <a:cubicBezTo>
                    <a:pt x="99314" y="635"/>
                    <a:pt x="106807" y="0"/>
                    <a:pt x="114300" y="0"/>
                  </a:cubicBezTo>
                  <a:lnTo>
                    <a:pt x="3676650" y="0"/>
                  </a:lnTo>
                  <a:cubicBezTo>
                    <a:pt x="3684143" y="0"/>
                    <a:pt x="3691636" y="762"/>
                    <a:pt x="3699002" y="2159"/>
                  </a:cubicBezTo>
                  <a:cubicBezTo>
                    <a:pt x="3706368" y="3556"/>
                    <a:pt x="3713480" y="5715"/>
                    <a:pt x="3720465" y="8636"/>
                  </a:cubicBezTo>
                  <a:cubicBezTo>
                    <a:pt x="3727450" y="11557"/>
                    <a:pt x="3733927" y="14986"/>
                    <a:pt x="3740277" y="19177"/>
                  </a:cubicBezTo>
                  <a:cubicBezTo>
                    <a:pt x="3746627" y="23368"/>
                    <a:pt x="3752342" y="28067"/>
                    <a:pt x="3757549" y="33401"/>
                  </a:cubicBezTo>
                  <a:cubicBezTo>
                    <a:pt x="3762756" y="38735"/>
                    <a:pt x="3767582" y="44450"/>
                    <a:pt x="3771773" y="50673"/>
                  </a:cubicBezTo>
                  <a:cubicBezTo>
                    <a:pt x="3775964" y="56896"/>
                    <a:pt x="3779520" y="63500"/>
                    <a:pt x="3782314" y="70485"/>
                  </a:cubicBezTo>
                  <a:cubicBezTo>
                    <a:pt x="3785108" y="77470"/>
                    <a:pt x="3787394" y="84582"/>
                    <a:pt x="3788791" y="91948"/>
                  </a:cubicBezTo>
                  <a:cubicBezTo>
                    <a:pt x="3790188" y="99314"/>
                    <a:pt x="3790950" y="106680"/>
                    <a:pt x="3790950" y="114300"/>
                  </a:cubicBezTo>
                  <a:lnTo>
                    <a:pt x="3790950" y="2076450"/>
                  </a:lnTo>
                  <a:cubicBezTo>
                    <a:pt x="3790950" y="2083943"/>
                    <a:pt x="3790188" y="2091309"/>
                    <a:pt x="3788791" y="2098675"/>
                  </a:cubicBezTo>
                  <a:cubicBezTo>
                    <a:pt x="3787394" y="2106041"/>
                    <a:pt x="3785108" y="2113153"/>
                    <a:pt x="3782314" y="2120138"/>
                  </a:cubicBezTo>
                  <a:cubicBezTo>
                    <a:pt x="3779520" y="2127123"/>
                    <a:pt x="3775964" y="2133600"/>
                    <a:pt x="3771773" y="2139950"/>
                  </a:cubicBezTo>
                  <a:cubicBezTo>
                    <a:pt x="3767582" y="2146300"/>
                    <a:pt x="3762883" y="2152015"/>
                    <a:pt x="3757549" y="2157349"/>
                  </a:cubicBezTo>
                  <a:cubicBezTo>
                    <a:pt x="3752215" y="2162683"/>
                    <a:pt x="3746500" y="2167382"/>
                    <a:pt x="3740277" y="2171573"/>
                  </a:cubicBezTo>
                  <a:cubicBezTo>
                    <a:pt x="3734054" y="2175764"/>
                    <a:pt x="3727450" y="2179193"/>
                    <a:pt x="3720465" y="2182114"/>
                  </a:cubicBezTo>
                  <a:cubicBezTo>
                    <a:pt x="3713480" y="2185035"/>
                    <a:pt x="3706368" y="2187194"/>
                    <a:pt x="3699002" y="2188591"/>
                  </a:cubicBezTo>
                  <a:cubicBezTo>
                    <a:pt x="3691636" y="2189988"/>
                    <a:pt x="3684270" y="2190750"/>
                    <a:pt x="3676650" y="2190750"/>
                  </a:cubicBezTo>
                  <a:lnTo>
                    <a:pt x="114300" y="2190750"/>
                  </a:lnTo>
                  <a:cubicBezTo>
                    <a:pt x="106807" y="2190750"/>
                    <a:pt x="99314" y="2189988"/>
                    <a:pt x="91948" y="2188591"/>
                  </a:cubicBezTo>
                  <a:cubicBezTo>
                    <a:pt x="84582" y="2187194"/>
                    <a:pt x="77470" y="2184908"/>
                    <a:pt x="70485" y="2182114"/>
                  </a:cubicBezTo>
                  <a:cubicBezTo>
                    <a:pt x="63500" y="2179320"/>
                    <a:pt x="57023" y="2175764"/>
                    <a:pt x="50673" y="2171573"/>
                  </a:cubicBezTo>
                  <a:cubicBezTo>
                    <a:pt x="44323" y="2167382"/>
                    <a:pt x="38608" y="2162683"/>
                    <a:pt x="33401" y="2157349"/>
                  </a:cubicBezTo>
                  <a:cubicBezTo>
                    <a:pt x="28194" y="2152015"/>
                    <a:pt x="23368" y="2146300"/>
                    <a:pt x="19177" y="2139950"/>
                  </a:cubicBezTo>
                  <a:cubicBezTo>
                    <a:pt x="14986" y="2133600"/>
                    <a:pt x="11430" y="2127123"/>
                    <a:pt x="8636" y="2120138"/>
                  </a:cubicBezTo>
                  <a:cubicBezTo>
                    <a:pt x="5842" y="2113153"/>
                    <a:pt x="3556" y="2106041"/>
                    <a:pt x="2159" y="2098675"/>
                  </a:cubicBezTo>
                  <a:cubicBezTo>
                    <a:pt x="762" y="2091309"/>
                    <a:pt x="0" y="2083943"/>
                    <a:pt x="0" y="2076450"/>
                  </a:cubicBezTo>
                  <a:close/>
                </a:path>
              </a:pathLst>
            </a:custGeom>
            <a:solidFill>
              <a:srgbClr val="101B2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355647" y="4809545"/>
            <a:ext cx="3348192" cy="2516615"/>
            <a:chOff x="0" y="0"/>
            <a:chExt cx="3886200" cy="292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862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3886200">
                  <a:moveTo>
                    <a:pt x="0" y="0"/>
                  </a:moveTo>
                  <a:lnTo>
                    <a:pt x="3886200" y="0"/>
                  </a:lnTo>
                  <a:lnTo>
                    <a:pt x="38862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0" y="7386902"/>
            <a:ext cx="3891398" cy="973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b="true" sz="2500">
                <a:solidFill>
                  <a:srgbClr val="1565C0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03 입력측 볼트 10개</a:t>
            </a:r>
          </a:p>
          <a:p>
            <a:pPr algn="l">
              <a:lnSpc>
                <a:spcPts val="3618"/>
              </a:lnSpc>
            </a:pPr>
            <a:r>
              <a:rPr lang="en-US" sz="2067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토크–각도 창으로 판정, 체결 후 반전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584616" y="7472627"/>
            <a:ext cx="3802463" cy="1219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b="true" sz="2499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04 편심축·기어 삽입</a:t>
            </a:r>
          </a:p>
          <a:p>
            <a:pPr algn="l">
              <a:lnSpc>
                <a:spcPts val="2843"/>
              </a:lnSpc>
              <a:spcBef>
                <a:spcPts val="775"/>
              </a:spcBef>
            </a:pPr>
            <a:r>
              <a:rPr lang="en-US" sz="2067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서브②를 회전 탐색하며 내치기어에 맞물림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34883" y="7386902"/>
            <a:ext cx="4274963" cy="973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b="true" sz="2500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05 부시 8개 · 그리스</a:t>
            </a:r>
          </a:p>
          <a:p>
            <a:pPr algn="l">
              <a:lnSpc>
                <a:spcPts val="3618"/>
              </a:lnSpc>
            </a:pPr>
            <a:r>
              <a:rPr lang="en-US" sz="2067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기어 구멍에 부시 삽입, 그리스 정량 토출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852324" y="7386902"/>
            <a:ext cx="4435676" cy="973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b="true" sz="2500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06 출력 플랜지 삽입</a:t>
            </a:r>
          </a:p>
          <a:p>
            <a:pPr algn="l">
              <a:lnSpc>
                <a:spcPts val="3618"/>
              </a:lnSpc>
            </a:pPr>
            <a:r>
              <a:rPr lang="en-US" sz="2067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출력핀 8개가 부시를 관통, 삽입 하중 감시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163800" y="9380868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15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9048" y="1200150"/>
            <a:ext cx="5635485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b="true" sz="2499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04 · 단계별 조립 모습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41928" y="1475105"/>
            <a:ext cx="914223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조립 단계</a:t>
            </a:r>
            <a:r>
              <a:rPr lang="en-US" b="true" sz="5199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② — 체결과 내부 조립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21638" y="9489777"/>
            <a:ext cx="10308746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A7A8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영상: Bonsystems Global BSR 080 조립 영상 캡처 · 3D: 팀 R5 모델 렌더 · 장면 대응은 팀 판단 · 필수 7 · 16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1638" y="9018594"/>
            <a:ext cx="8908085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위 = BSR 080 조립 영상(같은 시리즈) · 아래 = BSR070 R5 모델, 주황 = 이 단계에서 넣는 부품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533650"/>
            <a:ext cx="4374173" cy="2198077"/>
            <a:chOff x="0" y="0"/>
            <a:chExt cx="5054600" cy="254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4473" cy="2540000"/>
            </a:xfrm>
            <a:custGeom>
              <a:avLst/>
              <a:gdLst/>
              <a:ahLst/>
              <a:cxnLst/>
              <a:rect r="r" b="b" t="t" l="l"/>
              <a:pathLst>
                <a:path h="2540000" w="5054473">
                  <a:moveTo>
                    <a:pt x="152400" y="0"/>
                  </a:moveTo>
                  <a:cubicBezTo>
                    <a:pt x="132207" y="0"/>
                    <a:pt x="112776" y="3810"/>
                    <a:pt x="94107" y="11557"/>
                  </a:cubicBezTo>
                  <a:cubicBezTo>
                    <a:pt x="75438" y="19304"/>
                    <a:pt x="58928" y="30353"/>
                    <a:pt x="44577" y="44577"/>
                  </a:cubicBezTo>
                  <a:cubicBezTo>
                    <a:pt x="30226" y="58801"/>
                    <a:pt x="19304" y="75438"/>
                    <a:pt x="11557" y="94107"/>
                  </a:cubicBezTo>
                  <a:cubicBezTo>
                    <a:pt x="3810" y="112776"/>
                    <a:pt x="0" y="132207"/>
                    <a:pt x="0" y="152273"/>
                  </a:cubicBezTo>
                  <a:lnTo>
                    <a:pt x="0" y="2387727"/>
                  </a:lnTo>
                  <a:cubicBezTo>
                    <a:pt x="0" y="2407920"/>
                    <a:pt x="3937" y="2427351"/>
                    <a:pt x="11557" y="2446020"/>
                  </a:cubicBezTo>
                  <a:cubicBezTo>
                    <a:pt x="19177" y="2464689"/>
                    <a:pt x="30353" y="2481199"/>
                    <a:pt x="44577" y="2495423"/>
                  </a:cubicBezTo>
                  <a:cubicBezTo>
                    <a:pt x="58801" y="2509647"/>
                    <a:pt x="75311" y="2520696"/>
                    <a:pt x="93980" y="2528443"/>
                  </a:cubicBezTo>
                  <a:cubicBezTo>
                    <a:pt x="112649" y="2536190"/>
                    <a:pt x="132080" y="2540000"/>
                    <a:pt x="152273" y="2540000"/>
                  </a:cubicBezTo>
                  <a:lnTo>
                    <a:pt x="4902200" y="2540000"/>
                  </a:lnTo>
                  <a:cubicBezTo>
                    <a:pt x="4922393" y="2540000"/>
                    <a:pt x="4941824" y="2536190"/>
                    <a:pt x="4960493" y="2528443"/>
                  </a:cubicBezTo>
                  <a:cubicBezTo>
                    <a:pt x="4979162" y="2520696"/>
                    <a:pt x="4995672" y="2509647"/>
                    <a:pt x="5009896" y="2495423"/>
                  </a:cubicBezTo>
                  <a:cubicBezTo>
                    <a:pt x="5024120" y="2481199"/>
                    <a:pt x="5035169" y="2464689"/>
                    <a:pt x="5042916" y="2446020"/>
                  </a:cubicBezTo>
                  <a:cubicBezTo>
                    <a:pt x="5050663" y="2427351"/>
                    <a:pt x="5054473" y="2407920"/>
                    <a:pt x="5054473" y="2387727"/>
                  </a:cubicBezTo>
                  <a:lnTo>
                    <a:pt x="5054473" y="152400"/>
                  </a:lnTo>
                  <a:cubicBezTo>
                    <a:pt x="5054473" y="132207"/>
                    <a:pt x="5050663" y="112776"/>
                    <a:pt x="5042916" y="94107"/>
                  </a:cubicBezTo>
                  <a:cubicBezTo>
                    <a:pt x="5035169" y="75438"/>
                    <a:pt x="5024120" y="58928"/>
                    <a:pt x="5009896" y="44704"/>
                  </a:cubicBezTo>
                  <a:cubicBezTo>
                    <a:pt x="4995672" y="30480"/>
                    <a:pt x="4979162" y="19431"/>
                    <a:pt x="4960493" y="11684"/>
                  </a:cubicBezTo>
                  <a:cubicBezTo>
                    <a:pt x="4941824" y="3937"/>
                    <a:pt x="4922393" y="0"/>
                    <a:pt x="49022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500" r="-2" b="-6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819650"/>
            <a:ext cx="4374173" cy="2527788"/>
            <a:chOff x="0" y="0"/>
            <a:chExt cx="3790950" cy="2190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90950" cy="2190750"/>
            </a:xfrm>
            <a:custGeom>
              <a:avLst/>
              <a:gdLst/>
              <a:ahLst/>
              <a:cxnLst/>
              <a:rect r="r" b="b" t="t" l="l"/>
              <a:pathLst>
                <a:path h="2190750" w="3790950">
                  <a:moveTo>
                    <a:pt x="0" y="2076450"/>
                  </a:moveTo>
                  <a:lnTo>
                    <a:pt x="0" y="114300"/>
                  </a:lnTo>
                  <a:cubicBezTo>
                    <a:pt x="0" y="106807"/>
                    <a:pt x="762" y="99314"/>
                    <a:pt x="2159" y="91948"/>
                  </a:cubicBezTo>
                  <a:cubicBezTo>
                    <a:pt x="3556" y="84582"/>
                    <a:pt x="5842" y="77470"/>
                    <a:pt x="8763" y="70485"/>
                  </a:cubicBezTo>
                  <a:cubicBezTo>
                    <a:pt x="11684" y="63500"/>
                    <a:pt x="15113" y="57023"/>
                    <a:pt x="19304" y="50673"/>
                  </a:cubicBezTo>
                  <a:cubicBezTo>
                    <a:pt x="23495" y="44323"/>
                    <a:pt x="28194" y="38735"/>
                    <a:pt x="33528" y="33401"/>
                  </a:cubicBezTo>
                  <a:cubicBezTo>
                    <a:pt x="38862" y="28067"/>
                    <a:pt x="44577" y="23368"/>
                    <a:pt x="50800" y="19177"/>
                  </a:cubicBezTo>
                  <a:cubicBezTo>
                    <a:pt x="57023" y="14986"/>
                    <a:pt x="63627" y="11557"/>
                    <a:pt x="70612" y="8636"/>
                  </a:cubicBezTo>
                  <a:cubicBezTo>
                    <a:pt x="77597" y="5715"/>
                    <a:pt x="84582" y="3683"/>
                    <a:pt x="91948" y="2159"/>
                  </a:cubicBezTo>
                  <a:cubicBezTo>
                    <a:pt x="99314" y="635"/>
                    <a:pt x="106807" y="0"/>
                    <a:pt x="114300" y="0"/>
                  </a:cubicBezTo>
                  <a:lnTo>
                    <a:pt x="3676650" y="0"/>
                  </a:lnTo>
                  <a:cubicBezTo>
                    <a:pt x="3684143" y="0"/>
                    <a:pt x="3691636" y="762"/>
                    <a:pt x="3699002" y="2159"/>
                  </a:cubicBezTo>
                  <a:cubicBezTo>
                    <a:pt x="3706368" y="3556"/>
                    <a:pt x="3713480" y="5842"/>
                    <a:pt x="3720465" y="8636"/>
                  </a:cubicBezTo>
                  <a:cubicBezTo>
                    <a:pt x="3727450" y="11430"/>
                    <a:pt x="3733927" y="14986"/>
                    <a:pt x="3740277" y="19177"/>
                  </a:cubicBezTo>
                  <a:cubicBezTo>
                    <a:pt x="3746627" y="23368"/>
                    <a:pt x="3752342" y="28067"/>
                    <a:pt x="3757549" y="33401"/>
                  </a:cubicBezTo>
                  <a:cubicBezTo>
                    <a:pt x="3762756" y="38735"/>
                    <a:pt x="3767582" y="44450"/>
                    <a:pt x="3771773" y="50673"/>
                  </a:cubicBezTo>
                  <a:cubicBezTo>
                    <a:pt x="3775964" y="56896"/>
                    <a:pt x="3779520" y="63500"/>
                    <a:pt x="3782314" y="70485"/>
                  </a:cubicBezTo>
                  <a:cubicBezTo>
                    <a:pt x="3785108" y="77470"/>
                    <a:pt x="3787394" y="84582"/>
                    <a:pt x="3788791" y="91948"/>
                  </a:cubicBezTo>
                  <a:cubicBezTo>
                    <a:pt x="3790188" y="99314"/>
                    <a:pt x="3790950" y="106807"/>
                    <a:pt x="3790950" y="114300"/>
                  </a:cubicBezTo>
                  <a:lnTo>
                    <a:pt x="3790950" y="2076450"/>
                  </a:lnTo>
                  <a:cubicBezTo>
                    <a:pt x="3790950" y="2083943"/>
                    <a:pt x="3790188" y="2091309"/>
                    <a:pt x="3788791" y="2098675"/>
                  </a:cubicBezTo>
                  <a:cubicBezTo>
                    <a:pt x="3787394" y="2106041"/>
                    <a:pt x="3785108" y="2113153"/>
                    <a:pt x="3782314" y="2120138"/>
                  </a:cubicBezTo>
                  <a:cubicBezTo>
                    <a:pt x="3779520" y="2127123"/>
                    <a:pt x="3775964" y="2133600"/>
                    <a:pt x="3771773" y="2139950"/>
                  </a:cubicBezTo>
                  <a:cubicBezTo>
                    <a:pt x="3767582" y="2146300"/>
                    <a:pt x="3762883" y="2152015"/>
                    <a:pt x="3757549" y="2157349"/>
                  </a:cubicBezTo>
                  <a:cubicBezTo>
                    <a:pt x="3752215" y="2162683"/>
                    <a:pt x="3746500" y="2167382"/>
                    <a:pt x="3740277" y="2171573"/>
                  </a:cubicBezTo>
                  <a:cubicBezTo>
                    <a:pt x="3734054" y="2175764"/>
                    <a:pt x="3727450" y="2179193"/>
                    <a:pt x="3720465" y="2182114"/>
                  </a:cubicBezTo>
                  <a:cubicBezTo>
                    <a:pt x="3713480" y="2185035"/>
                    <a:pt x="3706368" y="2187194"/>
                    <a:pt x="3699002" y="2188591"/>
                  </a:cubicBezTo>
                  <a:cubicBezTo>
                    <a:pt x="3691636" y="2189988"/>
                    <a:pt x="3684270" y="2190750"/>
                    <a:pt x="3676650" y="2190750"/>
                  </a:cubicBezTo>
                  <a:lnTo>
                    <a:pt x="114300" y="2190750"/>
                  </a:lnTo>
                  <a:cubicBezTo>
                    <a:pt x="106807" y="2190750"/>
                    <a:pt x="99314" y="2189988"/>
                    <a:pt x="91948" y="2188591"/>
                  </a:cubicBezTo>
                  <a:cubicBezTo>
                    <a:pt x="84582" y="2187194"/>
                    <a:pt x="77470" y="2184908"/>
                    <a:pt x="70485" y="2182114"/>
                  </a:cubicBezTo>
                  <a:cubicBezTo>
                    <a:pt x="63500" y="2179320"/>
                    <a:pt x="57023" y="2175764"/>
                    <a:pt x="50673" y="2171573"/>
                  </a:cubicBezTo>
                  <a:cubicBezTo>
                    <a:pt x="44323" y="2167382"/>
                    <a:pt x="38608" y="2162683"/>
                    <a:pt x="33401" y="2157349"/>
                  </a:cubicBezTo>
                  <a:cubicBezTo>
                    <a:pt x="28194" y="2152015"/>
                    <a:pt x="23368" y="2146300"/>
                    <a:pt x="19177" y="2139950"/>
                  </a:cubicBezTo>
                  <a:cubicBezTo>
                    <a:pt x="14986" y="2133600"/>
                    <a:pt x="11430" y="2127123"/>
                    <a:pt x="8636" y="2120138"/>
                  </a:cubicBezTo>
                  <a:cubicBezTo>
                    <a:pt x="5842" y="2113153"/>
                    <a:pt x="3556" y="2106041"/>
                    <a:pt x="2159" y="2098675"/>
                  </a:cubicBezTo>
                  <a:cubicBezTo>
                    <a:pt x="762" y="2091309"/>
                    <a:pt x="0" y="2083943"/>
                    <a:pt x="0" y="2076450"/>
                  </a:cubicBezTo>
                  <a:close/>
                </a:path>
              </a:pathLst>
            </a:custGeom>
            <a:solidFill>
              <a:srgbClr val="101B2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05558" y="4819650"/>
            <a:ext cx="3363058" cy="2527788"/>
            <a:chOff x="0" y="0"/>
            <a:chExt cx="3886200" cy="292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862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3886200">
                  <a:moveTo>
                    <a:pt x="0" y="0"/>
                  </a:moveTo>
                  <a:lnTo>
                    <a:pt x="3886200" y="0"/>
                  </a:lnTo>
                  <a:lnTo>
                    <a:pt x="38862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637942" y="2533650"/>
            <a:ext cx="4374173" cy="2198077"/>
            <a:chOff x="0" y="0"/>
            <a:chExt cx="5054600" cy="254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54473" cy="2539873"/>
            </a:xfrm>
            <a:custGeom>
              <a:avLst/>
              <a:gdLst/>
              <a:ahLst/>
              <a:cxnLst/>
              <a:rect r="r" b="b" t="t" l="l"/>
              <a:pathLst>
                <a:path h="2539873" w="5054473">
                  <a:moveTo>
                    <a:pt x="152400" y="0"/>
                  </a:moveTo>
                  <a:cubicBezTo>
                    <a:pt x="132207" y="0"/>
                    <a:pt x="112776" y="3810"/>
                    <a:pt x="94107" y="11557"/>
                  </a:cubicBezTo>
                  <a:cubicBezTo>
                    <a:pt x="75438" y="19304"/>
                    <a:pt x="58928" y="30353"/>
                    <a:pt x="44577" y="44577"/>
                  </a:cubicBezTo>
                  <a:cubicBezTo>
                    <a:pt x="30226" y="58801"/>
                    <a:pt x="19304" y="75438"/>
                    <a:pt x="11557" y="94107"/>
                  </a:cubicBezTo>
                  <a:cubicBezTo>
                    <a:pt x="3810" y="112776"/>
                    <a:pt x="0" y="132080"/>
                    <a:pt x="0" y="152273"/>
                  </a:cubicBezTo>
                  <a:lnTo>
                    <a:pt x="0" y="2387727"/>
                  </a:lnTo>
                  <a:cubicBezTo>
                    <a:pt x="0" y="2407920"/>
                    <a:pt x="3937" y="2427224"/>
                    <a:pt x="11557" y="2445893"/>
                  </a:cubicBezTo>
                  <a:cubicBezTo>
                    <a:pt x="19177" y="2464562"/>
                    <a:pt x="30353" y="2481072"/>
                    <a:pt x="44577" y="2495296"/>
                  </a:cubicBezTo>
                  <a:cubicBezTo>
                    <a:pt x="58801" y="2509520"/>
                    <a:pt x="75311" y="2520569"/>
                    <a:pt x="93980" y="2528316"/>
                  </a:cubicBezTo>
                  <a:cubicBezTo>
                    <a:pt x="112649" y="2536063"/>
                    <a:pt x="132080" y="2539873"/>
                    <a:pt x="152273" y="2539873"/>
                  </a:cubicBezTo>
                  <a:lnTo>
                    <a:pt x="4902200" y="2539873"/>
                  </a:lnTo>
                  <a:cubicBezTo>
                    <a:pt x="4922393" y="2539873"/>
                    <a:pt x="4941824" y="2536063"/>
                    <a:pt x="4960493" y="2528316"/>
                  </a:cubicBezTo>
                  <a:cubicBezTo>
                    <a:pt x="4979162" y="2520569"/>
                    <a:pt x="4995672" y="2509520"/>
                    <a:pt x="5009896" y="2495296"/>
                  </a:cubicBezTo>
                  <a:cubicBezTo>
                    <a:pt x="5024120" y="2481072"/>
                    <a:pt x="5035169" y="2464562"/>
                    <a:pt x="5042916" y="2445893"/>
                  </a:cubicBezTo>
                  <a:cubicBezTo>
                    <a:pt x="5050663" y="2427224"/>
                    <a:pt x="5054473" y="2407793"/>
                    <a:pt x="5054473" y="2387600"/>
                  </a:cubicBezTo>
                  <a:lnTo>
                    <a:pt x="5054473" y="152400"/>
                  </a:lnTo>
                  <a:cubicBezTo>
                    <a:pt x="5054473" y="132207"/>
                    <a:pt x="5050663" y="112776"/>
                    <a:pt x="5042916" y="94107"/>
                  </a:cubicBezTo>
                  <a:cubicBezTo>
                    <a:pt x="5035169" y="75438"/>
                    <a:pt x="5024120" y="58928"/>
                    <a:pt x="5009896" y="44704"/>
                  </a:cubicBezTo>
                  <a:cubicBezTo>
                    <a:pt x="4995672" y="30480"/>
                    <a:pt x="4979162" y="19431"/>
                    <a:pt x="4960493" y="11684"/>
                  </a:cubicBezTo>
                  <a:cubicBezTo>
                    <a:pt x="4941824" y="3937"/>
                    <a:pt x="4922393" y="0"/>
                    <a:pt x="49022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5500" r="-2" b="-600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637942" y="4819650"/>
            <a:ext cx="4374173" cy="2527788"/>
            <a:chOff x="0" y="0"/>
            <a:chExt cx="3790950" cy="2190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90950" cy="2190750"/>
            </a:xfrm>
            <a:custGeom>
              <a:avLst/>
              <a:gdLst/>
              <a:ahLst/>
              <a:cxnLst/>
              <a:rect r="r" b="b" t="t" l="l"/>
              <a:pathLst>
                <a:path h="2190750" w="3790950">
                  <a:moveTo>
                    <a:pt x="0" y="2076450"/>
                  </a:moveTo>
                  <a:lnTo>
                    <a:pt x="0" y="114300"/>
                  </a:lnTo>
                  <a:cubicBezTo>
                    <a:pt x="0" y="106807"/>
                    <a:pt x="762" y="99314"/>
                    <a:pt x="2159" y="91948"/>
                  </a:cubicBezTo>
                  <a:cubicBezTo>
                    <a:pt x="3556" y="84582"/>
                    <a:pt x="5842" y="77470"/>
                    <a:pt x="8636" y="70485"/>
                  </a:cubicBezTo>
                  <a:cubicBezTo>
                    <a:pt x="11430" y="63500"/>
                    <a:pt x="14986" y="57023"/>
                    <a:pt x="19177" y="50673"/>
                  </a:cubicBezTo>
                  <a:cubicBezTo>
                    <a:pt x="23368" y="44323"/>
                    <a:pt x="28067" y="38735"/>
                    <a:pt x="33401" y="33401"/>
                  </a:cubicBezTo>
                  <a:cubicBezTo>
                    <a:pt x="38735" y="28067"/>
                    <a:pt x="44577" y="23368"/>
                    <a:pt x="50800" y="19177"/>
                  </a:cubicBezTo>
                  <a:cubicBezTo>
                    <a:pt x="57023" y="14986"/>
                    <a:pt x="63627" y="11557"/>
                    <a:pt x="70612" y="8636"/>
                  </a:cubicBezTo>
                  <a:cubicBezTo>
                    <a:pt x="77597" y="5715"/>
                    <a:pt x="84582" y="3683"/>
                    <a:pt x="91948" y="2159"/>
                  </a:cubicBezTo>
                  <a:cubicBezTo>
                    <a:pt x="99314" y="635"/>
                    <a:pt x="106807" y="0"/>
                    <a:pt x="114300" y="0"/>
                  </a:cubicBezTo>
                  <a:lnTo>
                    <a:pt x="3676650" y="0"/>
                  </a:lnTo>
                  <a:cubicBezTo>
                    <a:pt x="3684143" y="0"/>
                    <a:pt x="3691636" y="762"/>
                    <a:pt x="3699002" y="2159"/>
                  </a:cubicBezTo>
                  <a:cubicBezTo>
                    <a:pt x="3706368" y="3556"/>
                    <a:pt x="3713480" y="5842"/>
                    <a:pt x="3720465" y="8636"/>
                  </a:cubicBezTo>
                  <a:cubicBezTo>
                    <a:pt x="3727450" y="11430"/>
                    <a:pt x="3733927" y="14986"/>
                    <a:pt x="3740277" y="19177"/>
                  </a:cubicBezTo>
                  <a:cubicBezTo>
                    <a:pt x="3746627" y="23368"/>
                    <a:pt x="3752342" y="28067"/>
                    <a:pt x="3757549" y="33401"/>
                  </a:cubicBezTo>
                  <a:cubicBezTo>
                    <a:pt x="3762756" y="38735"/>
                    <a:pt x="3767582" y="44450"/>
                    <a:pt x="3771773" y="50673"/>
                  </a:cubicBezTo>
                  <a:cubicBezTo>
                    <a:pt x="3775964" y="56896"/>
                    <a:pt x="3779520" y="63500"/>
                    <a:pt x="3782314" y="70485"/>
                  </a:cubicBezTo>
                  <a:cubicBezTo>
                    <a:pt x="3785108" y="77470"/>
                    <a:pt x="3787394" y="84582"/>
                    <a:pt x="3788791" y="91948"/>
                  </a:cubicBezTo>
                  <a:cubicBezTo>
                    <a:pt x="3790188" y="99314"/>
                    <a:pt x="3790950" y="106807"/>
                    <a:pt x="3790950" y="114300"/>
                  </a:cubicBezTo>
                  <a:lnTo>
                    <a:pt x="3790950" y="2076450"/>
                  </a:lnTo>
                  <a:cubicBezTo>
                    <a:pt x="3790950" y="2083943"/>
                    <a:pt x="3790188" y="2091309"/>
                    <a:pt x="3788791" y="2098675"/>
                  </a:cubicBezTo>
                  <a:cubicBezTo>
                    <a:pt x="3787394" y="2106041"/>
                    <a:pt x="3785108" y="2113153"/>
                    <a:pt x="3782314" y="2120138"/>
                  </a:cubicBezTo>
                  <a:cubicBezTo>
                    <a:pt x="3779520" y="2127123"/>
                    <a:pt x="3775964" y="2133600"/>
                    <a:pt x="3771773" y="2139950"/>
                  </a:cubicBezTo>
                  <a:cubicBezTo>
                    <a:pt x="3767582" y="2146300"/>
                    <a:pt x="3762883" y="2152015"/>
                    <a:pt x="3757549" y="2157349"/>
                  </a:cubicBezTo>
                  <a:cubicBezTo>
                    <a:pt x="3752215" y="2162683"/>
                    <a:pt x="3746500" y="2167382"/>
                    <a:pt x="3740277" y="2171573"/>
                  </a:cubicBezTo>
                  <a:cubicBezTo>
                    <a:pt x="3734054" y="2175764"/>
                    <a:pt x="3727450" y="2179193"/>
                    <a:pt x="3720465" y="2182114"/>
                  </a:cubicBezTo>
                  <a:cubicBezTo>
                    <a:pt x="3713480" y="2185035"/>
                    <a:pt x="3706368" y="2187194"/>
                    <a:pt x="3699002" y="2188591"/>
                  </a:cubicBezTo>
                  <a:cubicBezTo>
                    <a:pt x="3691636" y="2189988"/>
                    <a:pt x="3684270" y="2190750"/>
                    <a:pt x="3676650" y="2190750"/>
                  </a:cubicBezTo>
                  <a:lnTo>
                    <a:pt x="114300" y="2190750"/>
                  </a:lnTo>
                  <a:cubicBezTo>
                    <a:pt x="106807" y="2190750"/>
                    <a:pt x="99314" y="2189988"/>
                    <a:pt x="91948" y="2188591"/>
                  </a:cubicBezTo>
                  <a:cubicBezTo>
                    <a:pt x="84582" y="2187194"/>
                    <a:pt x="77470" y="2184908"/>
                    <a:pt x="70485" y="2182114"/>
                  </a:cubicBezTo>
                  <a:cubicBezTo>
                    <a:pt x="63500" y="2179320"/>
                    <a:pt x="57023" y="2175764"/>
                    <a:pt x="50673" y="2171573"/>
                  </a:cubicBezTo>
                  <a:cubicBezTo>
                    <a:pt x="44323" y="2167382"/>
                    <a:pt x="38608" y="2162683"/>
                    <a:pt x="33401" y="2157349"/>
                  </a:cubicBezTo>
                  <a:cubicBezTo>
                    <a:pt x="28194" y="2152015"/>
                    <a:pt x="23368" y="2146300"/>
                    <a:pt x="19177" y="2139950"/>
                  </a:cubicBezTo>
                  <a:cubicBezTo>
                    <a:pt x="14986" y="2133600"/>
                    <a:pt x="11430" y="2127123"/>
                    <a:pt x="8636" y="2120138"/>
                  </a:cubicBezTo>
                  <a:cubicBezTo>
                    <a:pt x="5842" y="2113153"/>
                    <a:pt x="3556" y="2106041"/>
                    <a:pt x="2159" y="2098675"/>
                  </a:cubicBezTo>
                  <a:cubicBezTo>
                    <a:pt x="762" y="2091309"/>
                    <a:pt x="0" y="2083943"/>
                    <a:pt x="0" y="2076450"/>
                  </a:cubicBezTo>
                  <a:close/>
                </a:path>
              </a:pathLst>
            </a:custGeom>
            <a:solidFill>
              <a:srgbClr val="101B2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143500" y="4819650"/>
            <a:ext cx="3363058" cy="2527788"/>
            <a:chOff x="0" y="0"/>
            <a:chExt cx="3886200" cy="2921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862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3886200">
                  <a:moveTo>
                    <a:pt x="0" y="0"/>
                  </a:moveTo>
                  <a:lnTo>
                    <a:pt x="3886200" y="0"/>
                  </a:lnTo>
                  <a:lnTo>
                    <a:pt x="38862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275885" y="2533650"/>
            <a:ext cx="4374173" cy="2198077"/>
            <a:chOff x="0" y="0"/>
            <a:chExt cx="5054600" cy="254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54473" cy="2540000"/>
            </a:xfrm>
            <a:custGeom>
              <a:avLst/>
              <a:gdLst/>
              <a:ahLst/>
              <a:cxnLst/>
              <a:rect r="r" b="b" t="t" l="l"/>
              <a:pathLst>
                <a:path h="2540000" w="5054473">
                  <a:moveTo>
                    <a:pt x="152400" y="0"/>
                  </a:moveTo>
                  <a:cubicBezTo>
                    <a:pt x="132207" y="0"/>
                    <a:pt x="112776" y="3810"/>
                    <a:pt x="94107" y="11557"/>
                  </a:cubicBezTo>
                  <a:cubicBezTo>
                    <a:pt x="75438" y="19304"/>
                    <a:pt x="58928" y="30353"/>
                    <a:pt x="44577" y="44577"/>
                  </a:cubicBezTo>
                  <a:cubicBezTo>
                    <a:pt x="30226" y="58801"/>
                    <a:pt x="19304" y="75438"/>
                    <a:pt x="11557" y="94107"/>
                  </a:cubicBezTo>
                  <a:cubicBezTo>
                    <a:pt x="3810" y="112776"/>
                    <a:pt x="0" y="132080"/>
                    <a:pt x="0" y="152146"/>
                  </a:cubicBezTo>
                  <a:lnTo>
                    <a:pt x="0" y="2387854"/>
                  </a:lnTo>
                  <a:cubicBezTo>
                    <a:pt x="0" y="2408047"/>
                    <a:pt x="3937" y="2427351"/>
                    <a:pt x="11557" y="2446020"/>
                  </a:cubicBezTo>
                  <a:cubicBezTo>
                    <a:pt x="19177" y="2464689"/>
                    <a:pt x="30353" y="2481199"/>
                    <a:pt x="44577" y="2495423"/>
                  </a:cubicBezTo>
                  <a:cubicBezTo>
                    <a:pt x="58801" y="2509647"/>
                    <a:pt x="75311" y="2520696"/>
                    <a:pt x="93980" y="2528443"/>
                  </a:cubicBezTo>
                  <a:cubicBezTo>
                    <a:pt x="112649" y="2536190"/>
                    <a:pt x="132080" y="2540000"/>
                    <a:pt x="152273" y="2540000"/>
                  </a:cubicBezTo>
                  <a:lnTo>
                    <a:pt x="4902200" y="2540000"/>
                  </a:lnTo>
                  <a:cubicBezTo>
                    <a:pt x="4922393" y="2540000"/>
                    <a:pt x="4941824" y="2536190"/>
                    <a:pt x="4960493" y="2528443"/>
                  </a:cubicBezTo>
                  <a:cubicBezTo>
                    <a:pt x="4979162" y="2520696"/>
                    <a:pt x="4995672" y="2509647"/>
                    <a:pt x="5009896" y="2495423"/>
                  </a:cubicBezTo>
                  <a:cubicBezTo>
                    <a:pt x="5024120" y="2481199"/>
                    <a:pt x="5035169" y="2464689"/>
                    <a:pt x="5042916" y="2446020"/>
                  </a:cubicBezTo>
                  <a:cubicBezTo>
                    <a:pt x="5050663" y="2427351"/>
                    <a:pt x="5054473" y="2407920"/>
                    <a:pt x="5054473" y="2387727"/>
                  </a:cubicBezTo>
                  <a:lnTo>
                    <a:pt x="5054473" y="152400"/>
                  </a:lnTo>
                  <a:cubicBezTo>
                    <a:pt x="5054473" y="132207"/>
                    <a:pt x="5050663" y="112776"/>
                    <a:pt x="5042916" y="94107"/>
                  </a:cubicBezTo>
                  <a:cubicBezTo>
                    <a:pt x="5035169" y="75438"/>
                    <a:pt x="5024120" y="58928"/>
                    <a:pt x="5009896" y="44704"/>
                  </a:cubicBezTo>
                  <a:cubicBezTo>
                    <a:pt x="4995672" y="30480"/>
                    <a:pt x="4979162" y="19431"/>
                    <a:pt x="4960493" y="11684"/>
                  </a:cubicBezTo>
                  <a:cubicBezTo>
                    <a:pt x="4941824" y="3937"/>
                    <a:pt x="4922393" y="0"/>
                    <a:pt x="49022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5500" r="-2" b="-600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275885" y="4819650"/>
            <a:ext cx="4374173" cy="2527788"/>
            <a:chOff x="0" y="0"/>
            <a:chExt cx="3790950" cy="21907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90950" cy="2190750"/>
            </a:xfrm>
            <a:custGeom>
              <a:avLst/>
              <a:gdLst/>
              <a:ahLst/>
              <a:cxnLst/>
              <a:rect r="r" b="b" t="t" l="l"/>
              <a:pathLst>
                <a:path h="2190750" w="3790950">
                  <a:moveTo>
                    <a:pt x="0" y="2076450"/>
                  </a:moveTo>
                  <a:lnTo>
                    <a:pt x="0" y="114300"/>
                  </a:lnTo>
                  <a:cubicBezTo>
                    <a:pt x="0" y="106807"/>
                    <a:pt x="762" y="99314"/>
                    <a:pt x="2159" y="91948"/>
                  </a:cubicBezTo>
                  <a:cubicBezTo>
                    <a:pt x="3556" y="84582"/>
                    <a:pt x="5842" y="77470"/>
                    <a:pt x="8763" y="70485"/>
                  </a:cubicBezTo>
                  <a:cubicBezTo>
                    <a:pt x="11684" y="63500"/>
                    <a:pt x="15113" y="57023"/>
                    <a:pt x="19304" y="50673"/>
                  </a:cubicBezTo>
                  <a:cubicBezTo>
                    <a:pt x="23495" y="44323"/>
                    <a:pt x="28194" y="38735"/>
                    <a:pt x="33528" y="33401"/>
                  </a:cubicBezTo>
                  <a:cubicBezTo>
                    <a:pt x="38862" y="28067"/>
                    <a:pt x="44577" y="23368"/>
                    <a:pt x="50800" y="19177"/>
                  </a:cubicBezTo>
                  <a:cubicBezTo>
                    <a:pt x="57023" y="14986"/>
                    <a:pt x="63627" y="11557"/>
                    <a:pt x="70612" y="8636"/>
                  </a:cubicBezTo>
                  <a:cubicBezTo>
                    <a:pt x="77597" y="5715"/>
                    <a:pt x="84582" y="3683"/>
                    <a:pt x="91948" y="2159"/>
                  </a:cubicBezTo>
                  <a:cubicBezTo>
                    <a:pt x="99314" y="635"/>
                    <a:pt x="106807" y="0"/>
                    <a:pt x="114300" y="0"/>
                  </a:cubicBezTo>
                  <a:lnTo>
                    <a:pt x="3676650" y="0"/>
                  </a:lnTo>
                  <a:cubicBezTo>
                    <a:pt x="3684143" y="0"/>
                    <a:pt x="3691636" y="762"/>
                    <a:pt x="3699002" y="2159"/>
                  </a:cubicBezTo>
                  <a:cubicBezTo>
                    <a:pt x="3706368" y="3556"/>
                    <a:pt x="3713480" y="5842"/>
                    <a:pt x="3720465" y="8636"/>
                  </a:cubicBezTo>
                  <a:cubicBezTo>
                    <a:pt x="3727450" y="11430"/>
                    <a:pt x="3733927" y="14986"/>
                    <a:pt x="3740277" y="19177"/>
                  </a:cubicBezTo>
                  <a:cubicBezTo>
                    <a:pt x="3746627" y="23368"/>
                    <a:pt x="3752342" y="28067"/>
                    <a:pt x="3757549" y="33401"/>
                  </a:cubicBezTo>
                  <a:cubicBezTo>
                    <a:pt x="3762756" y="38735"/>
                    <a:pt x="3767582" y="44450"/>
                    <a:pt x="3771773" y="50673"/>
                  </a:cubicBezTo>
                  <a:cubicBezTo>
                    <a:pt x="3775964" y="56896"/>
                    <a:pt x="3779520" y="63500"/>
                    <a:pt x="3782314" y="70485"/>
                  </a:cubicBezTo>
                  <a:cubicBezTo>
                    <a:pt x="3785108" y="77470"/>
                    <a:pt x="3787394" y="84582"/>
                    <a:pt x="3788791" y="91948"/>
                  </a:cubicBezTo>
                  <a:cubicBezTo>
                    <a:pt x="3790188" y="99314"/>
                    <a:pt x="3790950" y="106807"/>
                    <a:pt x="3790950" y="114300"/>
                  </a:cubicBezTo>
                  <a:lnTo>
                    <a:pt x="3790950" y="2076450"/>
                  </a:lnTo>
                  <a:cubicBezTo>
                    <a:pt x="3790950" y="2083943"/>
                    <a:pt x="3790188" y="2091309"/>
                    <a:pt x="3788791" y="2098675"/>
                  </a:cubicBezTo>
                  <a:cubicBezTo>
                    <a:pt x="3787394" y="2106041"/>
                    <a:pt x="3785108" y="2113153"/>
                    <a:pt x="3782314" y="2120138"/>
                  </a:cubicBezTo>
                  <a:cubicBezTo>
                    <a:pt x="3779520" y="2127123"/>
                    <a:pt x="3775964" y="2133600"/>
                    <a:pt x="3771773" y="2139950"/>
                  </a:cubicBezTo>
                  <a:cubicBezTo>
                    <a:pt x="3767582" y="2146300"/>
                    <a:pt x="3762883" y="2152015"/>
                    <a:pt x="3757549" y="2157349"/>
                  </a:cubicBezTo>
                  <a:cubicBezTo>
                    <a:pt x="3752215" y="2162683"/>
                    <a:pt x="3746500" y="2167382"/>
                    <a:pt x="3740277" y="2171573"/>
                  </a:cubicBezTo>
                  <a:cubicBezTo>
                    <a:pt x="3734054" y="2175764"/>
                    <a:pt x="3727450" y="2179193"/>
                    <a:pt x="3720465" y="2182114"/>
                  </a:cubicBezTo>
                  <a:cubicBezTo>
                    <a:pt x="3713480" y="2185035"/>
                    <a:pt x="3706368" y="2187194"/>
                    <a:pt x="3699002" y="2188591"/>
                  </a:cubicBezTo>
                  <a:cubicBezTo>
                    <a:pt x="3691636" y="2189988"/>
                    <a:pt x="3684270" y="2190750"/>
                    <a:pt x="3676650" y="2190750"/>
                  </a:cubicBezTo>
                  <a:lnTo>
                    <a:pt x="114300" y="2190750"/>
                  </a:lnTo>
                  <a:cubicBezTo>
                    <a:pt x="106807" y="2190750"/>
                    <a:pt x="99314" y="2189988"/>
                    <a:pt x="91948" y="2188591"/>
                  </a:cubicBezTo>
                  <a:cubicBezTo>
                    <a:pt x="84582" y="2187194"/>
                    <a:pt x="77470" y="2184908"/>
                    <a:pt x="70485" y="2182114"/>
                  </a:cubicBezTo>
                  <a:cubicBezTo>
                    <a:pt x="63500" y="2179320"/>
                    <a:pt x="57023" y="2175764"/>
                    <a:pt x="50673" y="2171573"/>
                  </a:cubicBezTo>
                  <a:cubicBezTo>
                    <a:pt x="44323" y="2167382"/>
                    <a:pt x="38608" y="2162683"/>
                    <a:pt x="33401" y="2157349"/>
                  </a:cubicBezTo>
                  <a:cubicBezTo>
                    <a:pt x="28194" y="2152015"/>
                    <a:pt x="23368" y="2146300"/>
                    <a:pt x="19177" y="2139950"/>
                  </a:cubicBezTo>
                  <a:cubicBezTo>
                    <a:pt x="14986" y="2133600"/>
                    <a:pt x="11430" y="2127123"/>
                    <a:pt x="8636" y="2120138"/>
                  </a:cubicBezTo>
                  <a:cubicBezTo>
                    <a:pt x="5842" y="2113153"/>
                    <a:pt x="3556" y="2106041"/>
                    <a:pt x="2159" y="2098675"/>
                  </a:cubicBezTo>
                  <a:cubicBezTo>
                    <a:pt x="762" y="2091309"/>
                    <a:pt x="0" y="2083943"/>
                    <a:pt x="0" y="2076450"/>
                  </a:cubicBezTo>
                  <a:close/>
                </a:path>
              </a:pathLst>
            </a:custGeom>
            <a:solidFill>
              <a:srgbClr val="101B2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781442" y="4819650"/>
            <a:ext cx="3363058" cy="2527788"/>
            <a:chOff x="0" y="0"/>
            <a:chExt cx="3886200" cy="2921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862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3886200">
                  <a:moveTo>
                    <a:pt x="0" y="0"/>
                  </a:moveTo>
                  <a:lnTo>
                    <a:pt x="3886200" y="0"/>
                  </a:lnTo>
                  <a:lnTo>
                    <a:pt x="38862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913827" y="2533650"/>
            <a:ext cx="4374173" cy="5725990"/>
            <a:chOff x="0" y="0"/>
            <a:chExt cx="3790950" cy="49625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90823" cy="4962398"/>
            </a:xfrm>
            <a:custGeom>
              <a:avLst/>
              <a:gdLst/>
              <a:ahLst/>
              <a:cxnLst/>
              <a:rect r="r" b="b" t="t" l="l"/>
              <a:pathLst>
                <a:path h="4962398" w="3790823">
                  <a:moveTo>
                    <a:pt x="0" y="4810125"/>
                  </a:moveTo>
                  <a:lnTo>
                    <a:pt x="0" y="152400"/>
                  </a:lnTo>
                  <a:cubicBezTo>
                    <a:pt x="0" y="142367"/>
                    <a:pt x="1016" y="132461"/>
                    <a:pt x="2921" y="122682"/>
                  </a:cubicBezTo>
                  <a:cubicBezTo>
                    <a:pt x="4826" y="112903"/>
                    <a:pt x="7747" y="103251"/>
                    <a:pt x="11557" y="94107"/>
                  </a:cubicBezTo>
                  <a:cubicBezTo>
                    <a:pt x="15367" y="84963"/>
                    <a:pt x="20066" y="76073"/>
                    <a:pt x="25654" y="67691"/>
                  </a:cubicBezTo>
                  <a:cubicBezTo>
                    <a:pt x="31242" y="59309"/>
                    <a:pt x="37592" y="51689"/>
                    <a:pt x="44577" y="44577"/>
                  </a:cubicBezTo>
                  <a:cubicBezTo>
                    <a:pt x="51562" y="37465"/>
                    <a:pt x="59436" y="31242"/>
                    <a:pt x="67691" y="25654"/>
                  </a:cubicBezTo>
                  <a:cubicBezTo>
                    <a:pt x="75946" y="20066"/>
                    <a:pt x="84836" y="15367"/>
                    <a:pt x="94107" y="11557"/>
                  </a:cubicBezTo>
                  <a:cubicBezTo>
                    <a:pt x="103378" y="7747"/>
                    <a:pt x="112903" y="4826"/>
                    <a:pt x="122682" y="2921"/>
                  </a:cubicBezTo>
                  <a:cubicBezTo>
                    <a:pt x="132461" y="1016"/>
                    <a:pt x="142367" y="0"/>
                    <a:pt x="152400" y="0"/>
                  </a:cubicBezTo>
                  <a:lnTo>
                    <a:pt x="3638550" y="0"/>
                  </a:lnTo>
                  <a:cubicBezTo>
                    <a:pt x="3648583" y="0"/>
                    <a:pt x="3658489" y="1016"/>
                    <a:pt x="3668268" y="2921"/>
                  </a:cubicBezTo>
                  <a:cubicBezTo>
                    <a:pt x="3678047" y="4826"/>
                    <a:pt x="3687572" y="7747"/>
                    <a:pt x="3696843" y="11557"/>
                  </a:cubicBezTo>
                  <a:cubicBezTo>
                    <a:pt x="3706114" y="15367"/>
                    <a:pt x="3714877" y="20066"/>
                    <a:pt x="3723132" y="25654"/>
                  </a:cubicBezTo>
                  <a:cubicBezTo>
                    <a:pt x="3731387" y="31242"/>
                    <a:pt x="3739134" y="37465"/>
                    <a:pt x="3746246" y="44577"/>
                  </a:cubicBezTo>
                  <a:cubicBezTo>
                    <a:pt x="3753358" y="51689"/>
                    <a:pt x="3759581" y="59309"/>
                    <a:pt x="3765169" y="67691"/>
                  </a:cubicBezTo>
                  <a:cubicBezTo>
                    <a:pt x="3770757" y="76073"/>
                    <a:pt x="3775456" y="84836"/>
                    <a:pt x="3779266" y="94107"/>
                  </a:cubicBezTo>
                  <a:cubicBezTo>
                    <a:pt x="3783076" y="103378"/>
                    <a:pt x="3785997" y="112903"/>
                    <a:pt x="3787902" y="122682"/>
                  </a:cubicBezTo>
                  <a:cubicBezTo>
                    <a:pt x="3789807" y="132461"/>
                    <a:pt x="3790823" y="142367"/>
                    <a:pt x="3790823" y="152400"/>
                  </a:cubicBezTo>
                  <a:lnTo>
                    <a:pt x="3790823" y="4810125"/>
                  </a:lnTo>
                  <a:cubicBezTo>
                    <a:pt x="3790823" y="4820158"/>
                    <a:pt x="3789807" y="4830064"/>
                    <a:pt x="3787902" y="4839843"/>
                  </a:cubicBezTo>
                  <a:cubicBezTo>
                    <a:pt x="3785997" y="4849622"/>
                    <a:pt x="3783076" y="4859147"/>
                    <a:pt x="3779266" y="4868418"/>
                  </a:cubicBezTo>
                  <a:cubicBezTo>
                    <a:pt x="3775456" y="4877689"/>
                    <a:pt x="3770757" y="4886452"/>
                    <a:pt x="3765169" y="4894707"/>
                  </a:cubicBezTo>
                  <a:cubicBezTo>
                    <a:pt x="3759581" y="4902962"/>
                    <a:pt x="3753231" y="4910709"/>
                    <a:pt x="3746246" y="4917821"/>
                  </a:cubicBezTo>
                  <a:cubicBezTo>
                    <a:pt x="3739261" y="4924933"/>
                    <a:pt x="3731514" y="4931156"/>
                    <a:pt x="3723132" y="4936744"/>
                  </a:cubicBezTo>
                  <a:cubicBezTo>
                    <a:pt x="3714750" y="4942332"/>
                    <a:pt x="3705987" y="4947031"/>
                    <a:pt x="3696843" y="4950841"/>
                  </a:cubicBezTo>
                  <a:cubicBezTo>
                    <a:pt x="3687699" y="4954651"/>
                    <a:pt x="3678047" y="4957572"/>
                    <a:pt x="3668268" y="4959477"/>
                  </a:cubicBezTo>
                  <a:cubicBezTo>
                    <a:pt x="3658489" y="4961382"/>
                    <a:pt x="3648583" y="4962398"/>
                    <a:pt x="3638550" y="4962398"/>
                  </a:cubicBezTo>
                  <a:lnTo>
                    <a:pt x="152400" y="4962398"/>
                  </a:lnTo>
                  <a:cubicBezTo>
                    <a:pt x="142367" y="4962398"/>
                    <a:pt x="132461" y="4961382"/>
                    <a:pt x="122682" y="4959477"/>
                  </a:cubicBezTo>
                  <a:cubicBezTo>
                    <a:pt x="112903" y="4957572"/>
                    <a:pt x="103378" y="4954651"/>
                    <a:pt x="94107" y="4950841"/>
                  </a:cubicBezTo>
                  <a:cubicBezTo>
                    <a:pt x="84836" y="4947031"/>
                    <a:pt x="76073" y="4942332"/>
                    <a:pt x="67818" y="4936744"/>
                  </a:cubicBezTo>
                  <a:cubicBezTo>
                    <a:pt x="59563" y="4931156"/>
                    <a:pt x="51816" y="4924933"/>
                    <a:pt x="44704" y="4917821"/>
                  </a:cubicBezTo>
                  <a:cubicBezTo>
                    <a:pt x="37592" y="4910709"/>
                    <a:pt x="31369" y="4903089"/>
                    <a:pt x="25781" y="4894707"/>
                  </a:cubicBezTo>
                  <a:cubicBezTo>
                    <a:pt x="20193" y="4886325"/>
                    <a:pt x="15494" y="4877562"/>
                    <a:pt x="11684" y="4868418"/>
                  </a:cubicBezTo>
                  <a:cubicBezTo>
                    <a:pt x="7874" y="4859274"/>
                    <a:pt x="4953" y="4849622"/>
                    <a:pt x="3048" y="4839843"/>
                  </a:cubicBezTo>
                  <a:cubicBezTo>
                    <a:pt x="1143" y="4830064"/>
                    <a:pt x="0" y="4820158"/>
                    <a:pt x="0" y="4810125"/>
                  </a:cubicBezTo>
                  <a:close/>
                </a:path>
              </a:pathLst>
            </a:custGeom>
            <a:solidFill>
              <a:srgbClr val="10233D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0" y="7408999"/>
            <a:ext cx="3936657" cy="97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b="true" sz="2499">
                <a:solidFill>
                  <a:srgbClr val="1565C0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07 출력 주베어링 압입</a:t>
            </a:r>
          </a:p>
          <a:p>
            <a:pPr algn="l">
              <a:lnSpc>
                <a:spcPts val="3634"/>
              </a:lnSpc>
            </a:pPr>
            <a:r>
              <a:rPr lang="en-US" sz="2076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45×55×6 베어링, 힘–변위 3창 판정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37942" y="7408999"/>
            <a:ext cx="3629399" cy="97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b="true" sz="2499">
                <a:solidFill>
                  <a:srgbClr val="1565C0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08 출력 커버 · 볼트 10개</a:t>
            </a:r>
          </a:p>
          <a:p>
            <a:pPr algn="l">
              <a:lnSpc>
                <a:spcPts val="3634"/>
              </a:lnSpc>
            </a:pPr>
            <a:r>
              <a:rPr lang="en-US" sz="2076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오일실·가스켓 포함, 토크–각도 창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75885" y="7408999"/>
            <a:ext cx="3857010" cy="97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b="true" sz="2499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09 기능 검사</a:t>
            </a:r>
          </a:p>
          <a:p>
            <a:pPr algn="l">
              <a:lnSpc>
                <a:spcPts val="3634"/>
              </a:lnSpc>
            </a:pPr>
            <a:r>
              <a:rPr lang="en-US" sz="2076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회전 토크·백래시 → OK / NG / 보류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65519" y="5136188"/>
            <a:ext cx="3636938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5"/>
              </a:lnSpc>
            </a:pPr>
            <a:r>
              <a:rPr lang="en-US" sz="2076">
                <a:solidFill>
                  <a:srgbClr val="BFD0E3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나머지는 모두 손작업 — 우리 라인의 자동화 대상</a:t>
            </a:r>
          </a:p>
          <a:p>
            <a:pPr algn="l">
              <a:lnSpc>
                <a:spcPts val="3115"/>
              </a:lnSpc>
              <a:spcBef>
                <a:spcPts val="1730"/>
              </a:spcBef>
            </a:pPr>
            <a:r>
              <a:rPr lang="en-US" sz="2076">
                <a:solidFill>
                  <a:srgbClr val="9FB3C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영상의 BSR 080은 외치기어 2장, 우리 R5 모델은 1장으로 가정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65519" y="4010289"/>
            <a:ext cx="3453816" cy="95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b="true" sz="2769">
                <a:solidFill>
                  <a:srgbClr val="F6F8FB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영상에서 설비를 쓰는 단계는 프레스 압입 하나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163800" y="9380868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16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69048" y="1200150"/>
            <a:ext cx="5635485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b="true" sz="2499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04 · 단계별 조립 모습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9553" y="1475105"/>
            <a:ext cx="966039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조립 단계</a:t>
            </a:r>
            <a:r>
              <a:rPr lang="en-US" b="true" sz="5199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③ — 출력측 조립과 검사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21638" y="9489777"/>
            <a:ext cx="10308746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A7A8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영상: Bonsystems Global BSR 080 조립 영상 캡처 · 3D: 팀 R5 모델 렌더 · 장면 대응은 팀 판단 · 필수 7 · 16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21638" y="9018594"/>
            <a:ext cx="8908085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위 = BSR 080 조립 영상(같은 시리즈) · 아래 = BSR070 R5 모델, 주황 = 이 단계에서 넣는 부품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10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8F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49469" y="4057650"/>
            <a:ext cx="13106400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00"/>
              </a:lnSpc>
              <a:spcBef>
                <a:spcPct val="0"/>
              </a:spcBef>
            </a:pPr>
            <a:r>
              <a:rPr lang="en-US" sz="15000">
                <a:solidFill>
                  <a:srgbClr val="10233D"/>
                </a:solidFill>
                <a:latin typeface="TDTD와이드"/>
                <a:ea typeface="TDTD와이드"/>
                <a:cs typeface="TDTD와이드"/>
                <a:sym typeface="TDTD와이드"/>
              </a:rPr>
              <a:t>레이아웃 설계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32131" y="3476988"/>
            <a:ext cx="3333024" cy="3333024"/>
            <a:chOff x="0" y="0"/>
            <a:chExt cx="3048000" cy="304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1524000"/>
                  </a:moveTo>
                  <a:cubicBezTo>
                    <a:pt x="0" y="2365682"/>
                    <a:pt x="682318" y="3048000"/>
                    <a:pt x="1524000" y="3048000"/>
                  </a:cubicBezTo>
                  <a:cubicBezTo>
                    <a:pt x="2365682" y="3048000"/>
                    <a:pt x="3048000" y="2365682"/>
                    <a:pt x="3048000" y="1524000"/>
                  </a:cubicBezTo>
                  <a:cubicBezTo>
                    <a:pt x="3048000" y="682318"/>
                    <a:pt x="2365682" y="0"/>
                    <a:pt x="1524000" y="0"/>
                  </a:cubicBezTo>
                  <a:cubicBezTo>
                    <a:pt x="682318" y="0"/>
                    <a:pt x="0" y="682318"/>
                    <a:pt x="0" y="1524000"/>
                  </a:cubicBez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48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426455" y="6211667"/>
            <a:ext cx="13106400" cy="28575"/>
            <a:chOff x="0" y="0"/>
            <a:chExt cx="174752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475200" cy="38100"/>
            </a:xfrm>
            <a:custGeom>
              <a:avLst/>
              <a:gdLst/>
              <a:ahLst/>
              <a:cxnLst/>
              <a:rect r="r" b="b" t="t" l="l"/>
              <a:pathLst>
                <a:path h="38100" w="17475200">
                  <a:moveTo>
                    <a:pt x="0" y="0"/>
                  </a:moveTo>
                  <a:lnTo>
                    <a:pt x="17475200" y="0"/>
                  </a:lnTo>
                  <a:lnTo>
                    <a:pt x="17475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4752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55643" y="4210050"/>
            <a:ext cx="228600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00"/>
              </a:lnSpc>
              <a:spcBef>
                <a:spcPct val="0"/>
              </a:spcBef>
            </a:pPr>
            <a:r>
              <a:rPr lang="en-US" sz="12000" strike="noStrike" u="none">
                <a:solidFill>
                  <a:srgbClr val="FFFFFF"/>
                </a:solidFill>
                <a:latin typeface="TDTD와이드"/>
                <a:ea typeface="TDTD와이드"/>
                <a:cs typeface="TDTD와이드"/>
                <a:sym typeface="TDTD와이드"/>
              </a:rPr>
              <a:t>05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478130"/>
            <a:ext cx="9085849" cy="1878951"/>
            <a:chOff x="0" y="0"/>
            <a:chExt cx="7937500" cy="1641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8326" y="68199"/>
              <a:ext cx="7800848" cy="1504823"/>
            </a:xfrm>
            <a:custGeom>
              <a:avLst/>
              <a:gdLst/>
              <a:ahLst/>
              <a:cxnLst/>
              <a:rect r="r" b="b" t="t" l="l"/>
              <a:pathLst>
                <a:path h="1504823" w="7800848">
                  <a:moveTo>
                    <a:pt x="0" y="1357376"/>
                  </a:moveTo>
                  <a:lnTo>
                    <a:pt x="0" y="147701"/>
                  </a:lnTo>
                  <a:cubicBezTo>
                    <a:pt x="0" y="138049"/>
                    <a:pt x="889" y="128397"/>
                    <a:pt x="2794" y="118872"/>
                  </a:cubicBezTo>
                  <a:cubicBezTo>
                    <a:pt x="4699" y="109347"/>
                    <a:pt x="7493" y="100076"/>
                    <a:pt x="11176" y="91186"/>
                  </a:cubicBezTo>
                  <a:cubicBezTo>
                    <a:pt x="14859" y="82296"/>
                    <a:pt x="19431" y="73660"/>
                    <a:pt x="24765" y="65659"/>
                  </a:cubicBezTo>
                  <a:cubicBezTo>
                    <a:pt x="30099" y="57658"/>
                    <a:pt x="36322" y="50165"/>
                    <a:pt x="43180" y="43307"/>
                  </a:cubicBezTo>
                  <a:cubicBezTo>
                    <a:pt x="50038" y="36449"/>
                    <a:pt x="57531" y="30353"/>
                    <a:pt x="65532" y="24892"/>
                  </a:cubicBezTo>
                  <a:cubicBezTo>
                    <a:pt x="73533" y="19431"/>
                    <a:pt x="82042" y="14986"/>
                    <a:pt x="91059" y="11176"/>
                  </a:cubicBezTo>
                  <a:cubicBezTo>
                    <a:pt x="100076" y="7366"/>
                    <a:pt x="109220" y="4699"/>
                    <a:pt x="118745" y="2794"/>
                  </a:cubicBezTo>
                  <a:cubicBezTo>
                    <a:pt x="128270" y="889"/>
                    <a:pt x="137795" y="0"/>
                    <a:pt x="147574" y="0"/>
                  </a:cubicBezTo>
                  <a:lnTo>
                    <a:pt x="7653274" y="0"/>
                  </a:lnTo>
                  <a:cubicBezTo>
                    <a:pt x="7662926" y="0"/>
                    <a:pt x="7672578" y="889"/>
                    <a:pt x="7682103" y="2794"/>
                  </a:cubicBezTo>
                  <a:cubicBezTo>
                    <a:pt x="7691628" y="4699"/>
                    <a:pt x="7700899" y="7493"/>
                    <a:pt x="7709789" y="11176"/>
                  </a:cubicBezTo>
                  <a:cubicBezTo>
                    <a:pt x="7718679" y="14859"/>
                    <a:pt x="7727315" y="19431"/>
                    <a:pt x="7735316" y="24892"/>
                  </a:cubicBezTo>
                  <a:cubicBezTo>
                    <a:pt x="7743317" y="30353"/>
                    <a:pt x="7750810" y="36449"/>
                    <a:pt x="7757668" y="43307"/>
                  </a:cubicBezTo>
                  <a:cubicBezTo>
                    <a:pt x="7764526" y="50165"/>
                    <a:pt x="7770622" y="57658"/>
                    <a:pt x="7776083" y="65659"/>
                  </a:cubicBezTo>
                  <a:cubicBezTo>
                    <a:pt x="7781544" y="73660"/>
                    <a:pt x="7785989" y="82296"/>
                    <a:pt x="7789672" y="91186"/>
                  </a:cubicBezTo>
                  <a:cubicBezTo>
                    <a:pt x="7793355" y="100076"/>
                    <a:pt x="7796149" y="109347"/>
                    <a:pt x="7798054" y="118872"/>
                  </a:cubicBezTo>
                  <a:cubicBezTo>
                    <a:pt x="7799959" y="128397"/>
                    <a:pt x="7800848" y="138049"/>
                    <a:pt x="7800848" y="147701"/>
                  </a:cubicBezTo>
                  <a:lnTo>
                    <a:pt x="7800848" y="1357376"/>
                  </a:lnTo>
                  <a:cubicBezTo>
                    <a:pt x="7800848" y="1367028"/>
                    <a:pt x="7799959" y="1376680"/>
                    <a:pt x="7798054" y="1386205"/>
                  </a:cubicBezTo>
                  <a:cubicBezTo>
                    <a:pt x="7796149" y="1395730"/>
                    <a:pt x="7793355" y="1405001"/>
                    <a:pt x="7789672" y="1413891"/>
                  </a:cubicBezTo>
                  <a:cubicBezTo>
                    <a:pt x="7785989" y="1422781"/>
                    <a:pt x="7781417" y="1431417"/>
                    <a:pt x="7776083" y="1439418"/>
                  </a:cubicBezTo>
                  <a:cubicBezTo>
                    <a:pt x="7770749" y="1447419"/>
                    <a:pt x="7764526" y="1454912"/>
                    <a:pt x="7757668" y="1461770"/>
                  </a:cubicBezTo>
                  <a:cubicBezTo>
                    <a:pt x="7750810" y="1468628"/>
                    <a:pt x="7743317" y="1474724"/>
                    <a:pt x="7735316" y="1480058"/>
                  </a:cubicBezTo>
                  <a:cubicBezTo>
                    <a:pt x="7727315" y="1485392"/>
                    <a:pt x="7718806" y="1489964"/>
                    <a:pt x="7709789" y="1493647"/>
                  </a:cubicBezTo>
                  <a:cubicBezTo>
                    <a:pt x="7700772" y="1497330"/>
                    <a:pt x="7691628" y="1500124"/>
                    <a:pt x="7682103" y="1502029"/>
                  </a:cubicBezTo>
                  <a:cubicBezTo>
                    <a:pt x="7672578" y="1503934"/>
                    <a:pt x="7663053" y="1504823"/>
                    <a:pt x="7653274" y="1504823"/>
                  </a:cubicBezTo>
                  <a:lnTo>
                    <a:pt x="147574" y="1504823"/>
                  </a:lnTo>
                  <a:cubicBezTo>
                    <a:pt x="137922" y="1504823"/>
                    <a:pt x="128270" y="1503807"/>
                    <a:pt x="118745" y="1502029"/>
                  </a:cubicBezTo>
                  <a:cubicBezTo>
                    <a:pt x="109220" y="1500251"/>
                    <a:pt x="99949" y="1497330"/>
                    <a:pt x="91059" y="1493647"/>
                  </a:cubicBezTo>
                  <a:cubicBezTo>
                    <a:pt x="82169" y="1489964"/>
                    <a:pt x="73533" y="1485392"/>
                    <a:pt x="65532" y="1479931"/>
                  </a:cubicBezTo>
                  <a:cubicBezTo>
                    <a:pt x="57531" y="1474470"/>
                    <a:pt x="50038" y="1468374"/>
                    <a:pt x="43180" y="1461643"/>
                  </a:cubicBezTo>
                  <a:cubicBezTo>
                    <a:pt x="36322" y="1454912"/>
                    <a:pt x="30226" y="1447292"/>
                    <a:pt x="24765" y="1439291"/>
                  </a:cubicBezTo>
                  <a:cubicBezTo>
                    <a:pt x="19304" y="1431290"/>
                    <a:pt x="14859" y="1422654"/>
                    <a:pt x="11176" y="1413764"/>
                  </a:cubicBezTo>
                  <a:cubicBezTo>
                    <a:pt x="7493" y="1404874"/>
                    <a:pt x="4699" y="1395603"/>
                    <a:pt x="2794" y="1386078"/>
                  </a:cubicBezTo>
                  <a:cubicBezTo>
                    <a:pt x="889" y="1376553"/>
                    <a:pt x="0" y="1367028"/>
                    <a:pt x="0" y="1357249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7810373" cy="1514348"/>
            </a:xfrm>
            <a:custGeom>
              <a:avLst/>
              <a:gdLst/>
              <a:ahLst/>
              <a:cxnLst/>
              <a:rect r="r" b="b" t="t" l="l"/>
              <a:pathLst>
                <a:path h="1514348" w="7810373">
                  <a:moveTo>
                    <a:pt x="0" y="1362075"/>
                  </a:moveTo>
                  <a:lnTo>
                    <a:pt x="0" y="152400"/>
                  </a:lnTo>
                  <a:lnTo>
                    <a:pt x="4826" y="152400"/>
                  </a:lnTo>
                  <a:lnTo>
                    <a:pt x="0" y="152400"/>
                  </a:lnTo>
                  <a:cubicBezTo>
                    <a:pt x="0" y="142367"/>
                    <a:pt x="1016" y="132461"/>
                    <a:pt x="2921" y="122682"/>
                  </a:cubicBezTo>
                  <a:cubicBezTo>
                    <a:pt x="4826" y="112903"/>
                    <a:pt x="7747" y="103378"/>
                    <a:pt x="11557" y="94107"/>
                  </a:cubicBezTo>
                  <a:lnTo>
                    <a:pt x="16002" y="95885"/>
                  </a:lnTo>
                  <a:lnTo>
                    <a:pt x="11557" y="94107"/>
                  </a:lnTo>
                  <a:cubicBezTo>
                    <a:pt x="15367" y="84836"/>
                    <a:pt x="20066" y="76073"/>
                    <a:pt x="25654" y="67818"/>
                  </a:cubicBezTo>
                  <a:lnTo>
                    <a:pt x="29591" y="70485"/>
                  </a:lnTo>
                  <a:lnTo>
                    <a:pt x="25654" y="67818"/>
                  </a:lnTo>
                  <a:cubicBezTo>
                    <a:pt x="31242" y="59563"/>
                    <a:pt x="37592" y="51816"/>
                    <a:pt x="44577" y="44704"/>
                  </a:cubicBezTo>
                  <a:cubicBezTo>
                    <a:pt x="51689" y="37592"/>
                    <a:pt x="59309" y="31242"/>
                    <a:pt x="67691" y="25781"/>
                  </a:cubicBezTo>
                  <a:lnTo>
                    <a:pt x="70358" y="29718"/>
                  </a:lnTo>
                  <a:lnTo>
                    <a:pt x="67691" y="25781"/>
                  </a:lnTo>
                  <a:cubicBezTo>
                    <a:pt x="76073" y="20193"/>
                    <a:pt x="84836" y="15494"/>
                    <a:pt x="94107" y="11684"/>
                  </a:cubicBezTo>
                  <a:cubicBezTo>
                    <a:pt x="103378" y="7874"/>
                    <a:pt x="112903" y="4953"/>
                    <a:pt x="122682" y="3048"/>
                  </a:cubicBezTo>
                  <a:cubicBezTo>
                    <a:pt x="132461" y="1016"/>
                    <a:pt x="142367" y="0"/>
                    <a:pt x="152400" y="0"/>
                  </a:cubicBezTo>
                  <a:lnTo>
                    <a:pt x="152400" y="4826"/>
                  </a:lnTo>
                  <a:lnTo>
                    <a:pt x="152400" y="0"/>
                  </a:lnTo>
                  <a:lnTo>
                    <a:pt x="7658100" y="0"/>
                  </a:lnTo>
                  <a:lnTo>
                    <a:pt x="7658100" y="4826"/>
                  </a:lnTo>
                  <a:lnTo>
                    <a:pt x="7658100" y="0"/>
                  </a:lnTo>
                  <a:cubicBezTo>
                    <a:pt x="7668133" y="0"/>
                    <a:pt x="7678039" y="1016"/>
                    <a:pt x="7687818" y="2921"/>
                  </a:cubicBezTo>
                  <a:lnTo>
                    <a:pt x="7686929" y="7620"/>
                  </a:lnTo>
                  <a:lnTo>
                    <a:pt x="7687818" y="2921"/>
                  </a:lnTo>
                  <a:cubicBezTo>
                    <a:pt x="7697597" y="4826"/>
                    <a:pt x="7707122" y="7747"/>
                    <a:pt x="7716393" y="11557"/>
                  </a:cubicBezTo>
                  <a:cubicBezTo>
                    <a:pt x="7725664" y="15367"/>
                    <a:pt x="7734427" y="20066"/>
                    <a:pt x="7742682" y="25654"/>
                  </a:cubicBezTo>
                  <a:lnTo>
                    <a:pt x="7740015" y="29591"/>
                  </a:lnTo>
                  <a:lnTo>
                    <a:pt x="7742682" y="25654"/>
                  </a:lnTo>
                  <a:cubicBezTo>
                    <a:pt x="7751064" y="31242"/>
                    <a:pt x="7758684" y="37592"/>
                    <a:pt x="7765796" y="44577"/>
                  </a:cubicBezTo>
                  <a:cubicBezTo>
                    <a:pt x="7772908" y="51689"/>
                    <a:pt x="7779131" y="59309"/>
                    <a:pt x="7784719" y="67691"/>
                  </a:cubicBezTo>
                  <a:cubicBezTo>
                    <a:pt x="7790307" y="75946"/>
                    <a:pt x="7795006" y="84836"/>
                    <a:pt x="7798816" y="94107"/>
                  </a:cubicBezTo>
                  <a:lnTo>
                    <a:pt x="7794371" y="95885"/>
                  </a:lnTo>
                  <a:lnTo>
                    <a:pt x="7798816" y="94107"/>
                  </a:lnTo>
                  <a:cubicBezTo>
                    <a:pt x="7802626" y="103378"/>
                    <a:pt x="7805547" y="112903"/>
                    <a:pt x="7807452" y="122682"/>
                  </a:cubicBezTo>
                  <a:cubicBezTo>
                    <a:pt x="7809357" y="132461"/>
                    <a:pt x="7810373" y="142494"/>
                    <a:pt x="7810373" y="152400"/>
                  </a:cubicBezTo>
                  <a:lnTo>
                    <a:pt x="7810373" y="1362075"/>
                  </a:lnTo>
                  <a:cubicBezTo>
                    <a:pt x="7810373" y="1372108"/>
                    <a:pt x="7809357" y="1382014"/>
                    <a:pt x="7807452" y="1391793"/>
                  </a:cubicBezTo>
                  <a:lnTo>
                    <a:pt x="7802753" y="1390904"/>
                  </a:lnTo>
                  <a:lnTo>
                    <a:pt x="7807452" y="1391793"/>
                  </a:lnTo>
                  <a:cubicBezTo>
                    <a:pt x="7805547" y="1401572"/>
                    <a:pt x="7802626" y="1411097"/>
                    <a:pt x="7798816" y="1420368"/>
                  </a:cubicBezTo>
                  <a:cubicBezTo>
                    <a:pt x="7795006" y="1429639"/>
                    <a:pt x="7790307" y="1438402"/>
                    <a:pt x="7784719" y="1446657"/>
                  </a:cubicBezTo>
                  <a:lnTo>
                    <a:pt x="7780782" y="1443990"/>
                  </a:lnTo>
                  <a:lnTo>
                    <a:pt x="7784719" y="1446657"/>
                  </a:lnTo>
                  <a:cubicBezTo>
                    <a:pt x="7779131" y="1455039"/>
                    <a:pt x="7772781" y="1462659"/>
                    <a:pt x="7765796" y="1469771"/>
                  </a:cubicBezTo>
                  <a:cubicBezTo>
                    <a:pt x="7758684" y="1476883"/>
                    <a:pt x="7751064" y="1483106"/>
                    <a:pt x="7742682" y="1488694"/>
                  </a:cubicBezTo>
                  <a:lnTo>
                    <a:pt x="7740015" y="1484757"/>
                  </a:lnTo>
                  <a:lnTo>
                    <a:pt x="7742682" y="1488694"/>
                  </a:lnTo>
                  <a:cubicBezTo>
                    <a:pt x="7734300" y="1494282"/>
                    <a:pt x="7725537" y="1498981"/>
                    <a:pt x="7716266" y="1502791"/>
                  </a:cubicBezTo>
                  <a:lnTo>
                    <a:pt x="7714488" y="1498346"/>
                  </a:lnTo>
                  <a:lnTo>
                    <a:pt x="7716266" y="1502791"/>
                  </a:lnTo>
                  <a:cubicBezTo>
                    <a:pt x="7706995" y="1506601"/>
                    <a:pt x="7697470" y="1509522"/>
                    <a:pt x="7687691" y="1511427"/>
                  </a:cubicBezTo>
                  <a:cubicBezTo>
                    <a:pt x="7677912" y="1513332"/>
                    <a:pt x="7668006" y="1514348"/>
                    <a:pt x="7657973" y="1514348"/>
                  </a:cubicBezTo>
                  <a:lnTo>
                    <a:pt x="152400" y="1514348"/>
                  </a:lnTo>
                  <a:cubicBezTo>
                    <a:pt x="142367" y="1514348"/>
                    <a:pt x="132461" y="1513332"/>
                    <a:pt x="122682" y="1511427"/>
                  </a:cubicBezTo>
                  <a:cubicBezTo>
                    <a:pt x="112903" y="1509395"/>
                    <a:pt x="103378" y="1506601"/>
                    <a:pt x="94107" y="1502791"/>
                  </a:cubicBezTo>
                  <a:cubicBezTo>
                    <a:pt x="84836" y="1498981"/>
                    <a:pt x="76073" y="1494282"/>
                    <a:pt x="67691" y="1488694"/>
                  </a:cubicBezTo>
                  <a:lnTo>
                    <a:pt x="70358" y="1484757"/>
                  </a:lnTo>
                  <a:lnTo>
                    <a:pt x="67691" y="1488694"/>
                  </a:lnTo>
                  <a:cubicBezTo>
                    <a:pt x="59309" y="1483106"/>
                    <a:pt x="51689" y="1476883"/>
                    <a:pt x="44577" y="1469771"/>
                  </a:cubicBezTo>
                  <a:cubicBezTo>
                    <a:pt x="37465" y="1462659"/>
                    <a:pt x="31242" y="1455039"/>
                    <a:pt x="25654" y="1446657"/>
                  </a:cubicBezTo>
                  <a:lnTo>
                    <a:pt x="29591" y="1443990"/>
                  </a:lnTo>
                  <a:lnTo>
                    <a:pt x="25654" y="1446657"/>
                  </a:lnTo>
                  <a:cubicBezTo>
                    <a:pt x="20066" y="1438402"/>
                    <a:pt x="15367" y="1429512"/>
                    <a:pt x="11557" y="1420368"/>
                  </a:cubicBezTo>
                  <a:cubicBezTo>
                    <a:pt x="7747" y="1411097"/>
                    <a:pt x="4826" y="1401572"/>
                    <a:pt x="2921" y="1391793"/>
                  </a:cubicBezTo>
                  <a:lnTo>
                    <a:pt x="7620" y="1390904"/>
                  </a:lnTo>
                  <a:lnTo>
                    <a:pt x="2921" y="1391793"/>
                  </a:lnTo>
                  <a:cubicBezTo>
                    <a:pt x="1016" y="1382014"/>
                    <a:pt x="0" y="1372108"/>
                    <a:pt x="0" y="1362075"/>
                  </a:cubicBezTo>
                  <a:lnTo>
                    <a:pt x="4826" y="1362075"/>
                  </a:lnTo>
                  <a:lnTo>
                    <a:pt x="0" y="1362075"/>
                  </a:lnTo>
                  <a:moveTo>
                    <a:pt x="9525" y="1362075"/>
                  </a:moveTo>
                  <a:cubicBezTo>
                    <a:pt x="9525" y="1371473"/>
                    <a:pt x="10414" y="1380744"/>
                    <a:pt x="12319" y="1389888"/>
                  </a:cubicBezTo>
                  <a:cubicBezTo>
                    <a:pt x="14224" y="1399032"/>
                    <a:pt x="16891" y="1408049"/>
                    <a:pt x="20447" y="1416685"/>
                  </a:cubicBezTo>
                  <a:lnTo>
                    <a:pt x="16002" y="1418463"/>
                  </a:lnTo>
                  <a:lnTo>
                    <a:pt x="20447" y="1416685"/>
                  </a:lnTo>
                  <a:cubicBezTo>
                    <a:pt x="24003" y="1425321"/>
                    <a:pt x="28448" y="1433576"/>
                    <a:pt x="33655" y="1441323"/>
                  </a:cubicBezTo>
                  <a:cubicBezTo>
                    <a:pt x="38862" y="1449197"/>
                    <a:pt x="44831" y="1456309"/>
                    <a:pt x="51435" y="1462913"/>
                  </a:cubicBezTo>
                  <a:lnTo>
                    <a:pt x="48133" y="1466342"/>
                  </a:lnTo>
                  <a:lnTo>
                    <a:pt x="51435" y="1462913"/>
                  </a:lnTo>
                  <a:cubicBezTo>
                    <a:pt x="58039" y="1469517"/>
                    <a:pt x="65278" y="1475486"/>
                    <a:pt x="73025" y="1480693"/>
                  </a:cubicBezTo>
                  <a:cubicBezTo>
                    <a:pt x="80772" y="1485900"/>
                    <a:pt x="89027" y="1490345"/>
                    <a:pt x="97663" y="1493901"/>
                  </a:cubicBezTo>
                  <a:lnTo>
                    <a:pt x="95885" y="1498346"/>
                  </a:lnTo>
                  <a:lnTo>
                    <a:pt x="97663" y="1493901"/>
                  </a:lnTo>
                  <a:cubicBezTo>
                    <a:pt x="106299" y="1497457"/>
                    <a:pt x="115316" y="1500124"/>
                    <a:pt x="124460" y="1502029"/>
                  </a:cubicBezTo>
                  <a:lnTo>
                    <a:pt x="123571" y="1506728"/>
                  </a:lnTo>
                  <a:lnTo>
                    <a:pt x="124460" y="1502029"/>
                  </a:lnTo>
                  <a:cubicBezTo>
                    <a:pt x="133604" y="1503807"/>
                    <a:pt x="143002" y="1504823"/>
                    <a:pt x="152400" y="1504823"/>
                  </a:cubicBezTo>
                  <a:lnTo>
                    <a:pt x="152400" y="1509522"/>
                  </a:lnTo>
                  <a:lnTo>
                    <a:pt x="152400" y="1504696"/>
                  </a:lnTo>
                  <a:lnTo>
                    <a:pt x="7658100" y="1504696"/>
                  </a:lnTo>
                  <a:lnTo>
                    <a:pt x="7658100" y="1509522"/>
                  </a:lnTo>
                  <a:lnTo>
                    <a:pt x="7658100" y="1504823"/>
                  </a:lnTo>
                  <a:cubicBezTo>
                    <a:pt x="7667498" y="1504823"/>
                    <a:pt x="7676769" y="1503934"/>
                    <a:pt x="7686040" y="1502029"/>
                  </a:cubicBezTo>
                  <a:lnTo>
                    <a:pt x="7686929" y="1506728"/>
                  </a:lnTo>
                  <a:lnTo>
                    <a:pt x="7686040" y="1502029"/>
                  </a:lnTo>
                  <a:cubicBezTo>
                    <a:pt x="7695184" y="1500124"/>
                    <a:pt x="7704201" y="1497457"/>
                    <a:pt x="7712837" y="1493901"/>
                  </a:cubicBezTo>
                  <a:cubicBezTo>
                    <a:pt x="7721473" y="1490345"/>
                    <a:pt x="7729728" y="1485900"/>
                    <a:pt x="7737475" y="1480693"/>
                  </a:cubicBezTo>
                  <a:cubicBezTo>
                    <a:pt x="7745222" y="1475486"/>
                    <a:pt x="7752461" y="1469517"/>
                    <a:pt x="7759065" y="1462913"/>
                  </a:cubicBezTo>
                  <a:lnTo>
                    <a:pt x="7762367" y="1466342"/>
                  </a:lnTo>
                  <a:lnTo>
                    <a:pt x="7759065" y="1462913"/>
                  </a:lnTo>
                  <a:cubicBezTo>
                    <a:pt x="7765669" y="1456309"/>
                    <a:pt x="7771638" y="1449070"/>
                    <a:pt x="7776845" y="1441323"/>
                  </a:cubicBezTo>
                  <a:cubicBezTo>
                    <a:pt x="7782052" y="1433576"/>
                    <a:pt x="7786497" y="1425321"/>
                    <a:pt x="7790053" y="1416558"/>
                  </a:cubicBezTo>
                  <a:lnTo>
                    <a:pt x="7794498" y="1418336"/>
                  </a:lnTo>
                  <a:lnTo>
                    <a:pt x="7790053" y="1416558"/>
                  </a:lnTo>
                  <a:cubicBezTo>
                    <a:pt x="7793609" y="1407922"/>
                    <a:pt x="7796403" y="1399032"/>
                    <a:pt x="7798181" y="1389761"/>
                  </a:cubicBezTo>
                  <a:cubicBezTo>
                    <a:pt x="7799959" y="1380617"/>
                    <a:pt x="7800975" y="1371219"/>
                    <a:pt x="7800975" y="1361948"/>
                  </a:cubicBezTo>
                  <a:lnTo>
                    <a:pt x="7805674" y="1361948"/>
                  </a:lnTo>
                  <a:lnTo>
                    <a:pt x="7800848" y="1361948"/>
                  </a:lnTo>
                  <a:lnTo>
                    <a:pt x="7800848" y="152400"/>
                  </a:lnTo>
                  <a:lnTo>
                    <a:pt x="7805674" y="152400"/>
                  </a:lnTo>
                  <a:lnTo>
                    <a:pt x="7800975" y="152400"/>
                  </a:lnTo>
                  <a:cubicBezTo>
                    <a:pt x="7800975" y="143002"/>
                    <a:pt x="7800086" y="133731"/>
                    <a:pt x="7798181" y="124460"/>
                  </a:cubicBezTo>
                  <a:lnTo>
                    <a:pt x="7802880" y="123571"/>
                  </a:lnTo>
                  <a:lnTo>
                    <a:pt x="7798181" y="124460"/>
                  </a:lnTo>
                  <a:cubicBezTo>
                    <a:pt x="7796403" y="115316"/>
                    <a:pt x="7793609" y="106299"/>
                    <a:pt x="7790053" y="97663"/>
                  </a:cubicBezTo>
                  <a:cubicBezTo>
                    <a:pt x="7786497" y="89027"/>
                    <a:pt x="7782052" y="80772"/>
                    <a:pt x="7776845" y="72898"/>
                  </a:cubicBezTo>
                  <a:lnTo>
                    <a:pt x="7780782" y="70231"/>
                  </a:lnTo>
                  <a:lnTo>
                    <a:pt x="7776845" y="72898"/>
                  </a:lnTo>
                  <a:cubicBezTo>
                    <a:pt x="7771638" y="65151"/>
                    <a:pt x="7765669" y="57912"/>
                    <a:pt x="7759065" y="51308"/>
                  </a:cubicBezTo>
                  <a:lnTo>
                    <a:pt x="7762494" y="48006"/>
                  </a:lnTo>
                  <a:lnTo>
                    <a:pt x="7759065" y="51308"/>
                  </a:lnTo>
                  <a:cubicBezTo>
                    <a:pt x="7752461" y="44704"/>
                    <a:pt x="7745222" y="38735"/>
                    <a:pt x="7737475" y="33528"/>
                  </a:cubicBezTo>
                  <a:cubicBezTo>
                    <a:pt x="7729728" y="28321"/>
                    <a:pt x="7721473" y="23876"/>
                    <a:pt x="7712710" y="20320"/>
                  </a:cubicBezTo>
                  <a:lnTo>
                    <a:pt x="7714488" y="15875"/>
                  </a:lnTo>
                  <a:lnTo>
                    <a:pt x="7712710" y="20320"/>
                  </a:lnTo>
                  <a:cubicBezTo>
                    <a:pt x="7704074" y="16764"/>
                    <a:pt x="7695057" y="14097"/>
                    <a:pt x="7685913" y="12192"/>
                  </a:cubicBezTo>
                  <a:cubicBezTo>
                    <a:pt x="7676769" y="10414"/>
                    <a:pt x="7667371" y="9398"/>
                    <a:pt x="7657973" y="9398"/>
                  </a:cubicBezTo>
                  <a:lnTo>
                    <a:pt x="152400" y="9398"/>
                  </a:lnTo>
                  <a:cubicBezTo>
                    <a:pt x="143002" y="9398"/>
                    <a:pt x="133731" y="10287"/>
                    <a:pt x="124460" y="12192"/>
                  </a:cubicBezTo>
                  <a:lnTo>
                    <a:pt x="123571" y="7493"/>
                  </a:lnTo>
                  <a:lnTo>
                    <a:pt x="124460" y="12192"/>
                  </a:lnTo>
                  <a:cubicBezTo>
                    <a:pt x="115316" y="13970"/>
                    <a:pt x="106299" y="16764"/>
                    <a:pt x="97663" y="20320"/>
                  </a:cubicBezTo>
                  <a:lnTo>
                    <a:pt x="95885" y="15875"/>
                  </a:lnTo>
                  <a:lnTo>
                    <a:pt x="97663" y="20320"/>
                  </a:lnTo>
                  <a:cubicBezTo>
                    <a:pt x="89027" y="23876"/>
                    <a:pt x="80772" y="28321"/>
                    <a:pt x="73025" y="33528"/>
                  </a:cubicBezTo>
                  <a:cubicBezTo>
                    <a:pt x="65278" y="38735"/>
                    <a:pt x="58039" y="44704"/>
                    <a:pt x="51435" y="51308"/>
                  </a:cubicBezTo>
                  <a:lnTo>
                    <a:pt x="48006" y="48006"/>
                  </a:lnTo>
                  <a:lnTo>
                    <a:pt x="51435" y="51308"/>
                  </a:lnTo>
                  <a:cubicBezTo>
                    <a:pt x="44831" y="57912"/>
                    <a:pt x="38862" y="65151"/>
                    <a:pt x="33655" y="72898"/>
                  </a:cubicBezTo>
                  <a:cubicBezTo>
                    <a:pt x="28448" y="80645"/>
                    <a:pt x="24003" y="88900"/>
                    <a:pt x="20447" y="97536"/>
                  </a:cubicBezTo>
                  <a:cubicBezTo>
                    <a:pt x="16891" y="106172"/>
                    <a:pt x="14097" y="115062"/>
                    <a:pt x="12319" y="124333"/>
                  </a:cubicBezTo>
                  <a:lnTo>
                    <a:pt x="7620" y="123444"/>
                  </a:lnTo>
                  <a:lnTo>
                    <a:pt x="12319" y="124333"/>
                  </a:lnTo>
                  <a:cubicBezTo>
                    <a:pt x="10541" y="133604"/>
                    <a:pt x="9525" y="142875"/>
                    <a:pt x="9525" y="152273"/>
                  </a:cubicBezTo>
                  <a:lnTo>
                    <a:pt x="9525" y="1361948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5473383"/>
            <a:ext cx="9085849" cy="1889854"/>
            <a:chOff x="0" y="0"/>
            <a:chExt cx="7937500" cy="165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3025" y="72898"/>
              <a:ext cx="7791450" cy="1505077"/>
            </a:xfrm>
            <a:custGeom>
              <a:avLst/>
              <a:gdLst/>
              <a:ahLst/>
              <a:cxnLst/>
              <a:rect r="r" b="b" t="t" l="l"/>
              <a:pathLst>
                <a:path h="1505077" w="7791450">
                  <a:moveTo>
                    <a:pt x="0" y="1362202"/>
                  </a:moveTo>
                  <a:lnTo>
                    <a:pt x="0" y="143002"/>
                  </a:lnTo>
                  <a:cubicBezTo>
                    <a:pt x="0" y="133604"/>
                    <a:pt x="889" y="124333"/>
                    <a:pt x="2794" y="115062"/>
                  </a:cubicBezTo>
                  <a:cubicBezTo>
                    <a:pt x="4699" y="105791"/>
                    <a:pt x="7366" y="96901"/>
                    <a:pt x="10922" y="88265"/>
                  </a:cubicBezTo>
                  <a:cubicBezTo>
                    <a:pt x="14478" y="79629"/>
                    <a:pt x="18923" y="71374"/>
                    <a:pt x="24130" y="63500"/>
                  </a:cubicBezTo>
                  <a:cubicBezTo>
                    <a:pt x="29337" y="55626"/>
                    <a:pt x="35306" y="48514"/>
                    <a:pt x="41910" y="41910"/>
                  </a:cubicBezTo>
                  <a:cubicBezTo>
                    <a:pt x="48514" y="35306"/>
                    <a:pt x="55753" y="29337"/>
                    <a:pt x="63500" y="24130"/>
                  </a:cubicBezTo>
                  <a:cubicBezTo>
                    <a:pt x="71247" y="18923"/>
                    <a:pt x="79502" y="14478"/>
                    <a:pt x="88138" y="10922"/>
                  </a:cubicBezTo>
                  <a:cubicBezTo>
                    <a:pt x="96774" y="7366"/>
                    <a:pt x="105791" y="4572"/>
                    <a:pt x="114935" y="2794"/>
                  </a:cubicBezTo>
                  <a:cubicBezTo>
                    <a:pt x="124079" y="1016"/>
                    <a:pt x="133477" y="0"/>
                    <a:pt x="142748" y="0"/>
                  </a:cubicBezTo>
                  <a:lnTo>
                    <a:pt x="7648575" y="0"/>
                  </a:lnTo>
                  <a:cubicBezTo>
                    <a:pt x="7657973" y="0"/>
                    <a:pt x="7667244" y="889"/>
                    <a:pt x="7676388" y="2794"/>
                  </a:cubicBezTo>
                  <a:cubicBezTo>
                    <a:pt x="7685532" y="4699"/>
                    <a:pt x="7694549" y="7366"/>
                    <a:pt x="7703185" y="10922"/>
                  </a:cubicBezTo>
                  <a:cubicBezTo>
                    <a:pt x="7711821" y="14478"/>
                    <a:pt x="7720076" y="18923"/>
                    <a:pt x="7727950" y="24130"/>
                  </a:cubicBezTo>
                  <a:cubicBezTo>
                    <a:pt x="7735824" y="29337"/>
                    <a:pt x="7742936" y="35306"/>
                    <a:pt x="7749540" y="41910"/>
                  </a:cubicBezTo>
                  <a:cubicBezTo>
                    <a:pt x="7756144" y="48514"/>
                    <a:pt x="7762113" y="55753"/>
                    <a:pt x="7767320" y="63500"/>
                  </a:cubicBezTo>
                  <a:cubicBezTo>
                    <a:pt x="7772527" y="71247"/>
                    <a:pt x="7776972" y="79502"/>
                    <a:pt x="7780528" y="88265"/>
                  </a:cubicBezTo>
                  <a:cubicBezTo>
                    <a:pt x="7784084" y="97028"/>
                    <a:pt x="7786878" y="105791"/>
                    <a:pt x="7788656" y="115062"/>
                  </a:cubicBezTo>
                  <a:cubicBezTo>
                    <a:pt x="7790434" y="124333"/>
                    <a:pt x="7791450" y="133604"/>
                    <a:pt x="7791450" y="143002"/>
                  </a:cubicBezTo>
                  <a:lnTo>
                    <a:pt x="7791450" y="1362202"/>
                  </a:lnTo>
                  <a:cubicBezTo>
                    <a:pt x="7791450" y="1371600"/>
                    <a:pt x="7790561" y="1380871"/>
                    <a:pt x="7788656" y="1390015"/>
                  </a:cubicBezTo>
                  <a:cubicBezTo>
                    <a:pt x="7786751" y="1399159"/>
                    <a:pt x="7784084" y="1408176"/>
                    <a:pt x="7780528" y="1416812"/>
                  </a:cubicBezTo>
                  <a:cubicBezTo>
                    <a:pt x="7776972" y="1425448"/>
                    <a:pt x="7772527" y="1433703"/>
                    <a:pt x="7767320" y="1441450"/>
                  </a:cubicBezTo>
                  <a:cubicBezTo>
                    <a:pt x="7762113" y="1449197"/>
                    <a:pt x="7756144" y="1456563"/>
                    <a:pt x="7749540" y="1463167"/>
                  </a:cubicBezTo>
                  <a:cubicBezTo>
                    <a:pt x="7742936" y="1469771"/>
                    <a:pt x="7735697" y="1475740"/>
                    <a:pt x="7727950" y="1480947"/>
                  </a:cubicBezTo>
                  <a:cubicBezTo>
                    <a:pt x="7720203" y="1486154"/>
                    <a:pt x="7711948" y="1490599"/>
                    <a:pt x="7703185" y="1494155"/>
                  </a:cubicBezTo>
                  <a:cubicBezTo>
                    <a:pt x="7694422" y="1497711"/>
                    <a:pt x="7685532" y="1500505"/>
                    <a:pt x="7676388" y="1502283"/>
                  </a:cubicBezTo>
                  <a:cubicBezTo>
                    <a:pt x="7667244" y="1504061"/>
                    <a:pt x="7657846" y="1505077"/>
                    <a:pt x="7648575" y="1505077"/>
                  </a:cubicBezTo>
                  <a:lnTo>
                    <a:pt x="142875" y="1505077"/>
                  </a:lnTo>
                  <a:cubicBezTo>
                    <a:pt x="133477" y="1505077"/>
                    <a:pt x="124206" y="1504188"/>
                    <a:pt x="115062" y="1502283"/>
                  </a:cubicBezTo>
                  <a:cubicBezTo>
                    <a:pt x="105918" y="1500378"/>
                    <a:pt x="96901" y="1497711"/>
                    <a:pt x="88265" y="1494155"/>
                  </a:cubicBezTo>
                  <a:cubicBezTo>
                    <a:pt x="79629" y="1490599"/>
                    <a:pt x="71374" y="1486154"/>
                    <a:pt x="63627" y="1480947"/>
                  </a:cubicBezTo>
                  <a:cubicBezTo>
                    <a:pt x="55880" y="1475740"/>
                    <a:pt x="48641" y="1469771"/>
                    <a:pt x="42037" y="1463167"/>
                  </a:cubicBezTo>
                  <a:cubicBezTo>
                    <a:pt x="35433" y="1456563"/>
                    <a:pt x="29464" y="1449324"/>
                    <a:pt x="24257" y="1441450"/>
                  </a:cubicBezTo>
                  <a:cubicBezTo>
                    <a:pt x="19050" y="1433576"/>
                    <a:pt x="14605" y="1425448"/>
                    <a:pt x="11049" y="1416812"/>
                  </a:cubicBezTo>
                  <a:cubicBezTo>
                    <a:pt x="7493" y="1408176"/>
                    <a:pt x="4699" y="1399159"/>
                    <a:pt x="2921" y="1390015"/>
                  </a:cubicBezTo>
                  <a:cubicBezTo>
                    <a:pt x="1143" y="1380871"/>
                    <a:pt x="127" y="1371600"/>
                    <a:pt x="127" y="1362202"/>
                  </a:cubicBezTo>
                  <a:close/>
                </a:path>
              </a:pathLst>
            </a:custGeom>
            <a:solidFill>
              <a:srgbClr val="E3EEF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7810373" cy="1523873"/>
            </a:xfrm>
            <a:custGeom>
              <a:avLst/>
              <a:gdLst/>
              <a:ahLst/>
              <a:cxnLst/>
              <a:rect r="r" b="b" t="t" l="l"/>
              <a:pathLst>
                <a:path h="1523873" w="7810373">
                  <a:moveTo>
                    <a:pt x="0" y="1371600"/>
                  </a:moveTo>
                  <a:lnTo>
                    <a:pt x="0" y="152400"/>
                  </a:lnTo>
                  <a:lnTo>
                    <a:pt x="9525" y="152400"/>
                  </a:lnTo>
                  <a:lnTo>
                    <a:pt x="0" y="152400"/>
                  </a:lnTo>
                  <a:cubicBezTo>
                    <a:pt x="0" y="142367"/>
                    <a:pt x="1016" y="132461"/>
                    <a:pt x="2921" y="122682"/>
                  </a:cubicBezTo>
                  <a:cubicBezTo>
                    <a:pt x="4826" y="112903"/>
                    <a:pt x="7747" y="103378"/>
                    <a:pt x="11557" y="94107"/>
                  </a:cubicBezTo>
                  <a:lnTo>
                    <a:pt x="20320" y="97790"/>
                  </a:lnTo>
                  <a:lnTo>
                    <a:pt x="11557" y="94107"/>
                  </a:lnTo>
                  <a:cubicBezTo>
                    <a:pt x="15367" y="84836"/>
                    <a:pt x="20066" y="76073"/>
                    <a:pt x="25654" y="67691"/>
                  </a:cubicBezTo>
                  <a:cubicBezTo>
                    <a:pt x="31242" y="59436"/>
                    <a:pt x="37592" y="51689"/>
                    <a:pt x="44577" y="44577"/>
                  </a:cubicBezTo>
                  <a:lnTo>
                    <a:pt x="51308" y="51308"/>
                  </a:lnTo>
                  <a:lnTo>
                    <a:pt x="44577" y="44577"/>
                  </a:lnTo>
                  <a:cubicBezTo>
                    <a:pt x="51689" y="37465"/>
                    <a:pt x="59309" y="31115"/>
                    <a:pt x="67691" y="25654"/>
                  </a:cubicBezTo>
                  <a:cubicBezTo>
                    <a:pt x="75946" y="20066"/>
                    <a:pt x="84836" y="15367"/>
                    <a:pt x="93980" y="11557"/>
                  </a:cubicBezTo>
                  <a:lnTo>
                    <a:pt x="97663" y="20320"/>
                  </a:lnTo>
                  <a:lnTo>
                    <a:pt x="93980" y="11557"/>
                  </a:lnTo>
                  <a:cubicBezTo>
                    <a:pt x="103251" y="7747"/>
                    <a:pt x="112776" y="4826"/>
                    <a:pt x="122555" y="2921"/>
                  </a:cubicBezTo>
                  <a:lnTo>
                    <a:pt x="124460" y="12319"/>
                  </a:lnTo>
                  <a:lnTo>
                    <a:pt x="122555" y="2921"/>
                  </a:lnTo>
                  <a:cubicBezTo>
                    <a:pt x="132461" y="1016"/>
                    <a:pt x="142367" y="0"/>
                    <a:pt x="152400" y="0"/>
                  </a:cubicBezTo>
                  <a:lnTo>
                    <a:pt x="152400" y="9525"/>
                  </a:lnTo>
                  <a:lnTo>
                    <a:pt x="152400" y="0"/>
                  </a:lnTo>
                  <a:lnTo>
                    <a:pt x="7658100" y="0"/>
                  </a:lnTo>
                  <a:lnTo>
                    <a:pt x="7658100" y="9525"/>
                  </a:lnTo>
                  <a:lnTo>
                    <a:pt x="7658100" y="0"/>
                  </a:lnTo>
                  <a:cubicBezTo>
                    <a:pt x="7668133" y="0"/>
                    <a:pt x="7678039" y="1016"/>
                    <a:pt x="7687818" y="2921"/>
                  </a:cubicBezTo>
                  <a:lnTo>
                    <a:pt x="7685913" y="12319"/>
                  </a:lnTo>
                  <a:lnTo>
                    <a:pt x="7687818" y="2921"/>
                  </a:lnTo>
                  <a:cubicBezTo>
                    <a:pt x="7697597" y="4826"/>
                    <a:pt x="7707122" y="7747"/>
                    <a:pt x="7716393" y="11557"/>
                  </a:cubicBezTo>
                  <a:lnTo>
                    <a:pt x="7712710" y="20320"/>
                  </a:lnTo>
                  <a:lnTo>
                    <a:pt x="7716393" y="11557"/>
                  </a:lnTo>
                  <a:cubicBezTo>
                    <a:pt x="7725664" y="15367"/>
                    <a:pt x="7734427" y="20066"/>
                    <a:pt x="7742682" y="25654"/>
                  </a:cubicBezTo>
                  <a:lnTo>
                    <a:pt x="7737348" y="33528"/>
                  </a:lnTo>
                  <a:lnTo>
                    <a:pt x="7742682" y="25654"/>
                  </a:lnTo>
                  <a:cubicBezTo>
                    <a:pt x="7751064" y="31242"/>
                    <a:pt x="7758684" y="37465"/>
                    <a:pt x="7765796" y="44577"/>
                  </a:cubicBezTo>
                  <a:lnTo>
                    <a:pt x="7759065" y="51308"/>
                  </a:lnTo>
                  <a:lnTo>
                    <a:pt x="7765796" y="44577"/>
                  </a:lnTo>
                  <a:cubicBezTo>
                    <a:pt x="7772908" y="51689"/>
                    <a:pt x="7779131" y="59309"/>
                    <a:pt x="7784719" y="67691"/>
                  </a:cubicBezTo>
                  <a:lnTo>
                    <a:pt x="7776845" y="73025"/>
                  </a:lnTo>
                  <a:lnTo>
                    <a:pt x="7784719" y="67691"/>
                  </a:lnTo>
                  <a:cubicBezTo>
                    <a:pt x="7790307" y="75946"/>
                    <a:pt x="7795006" y="84836"/>
                    <a:pt x="7798816" y="94107"/>
                  </a:cubicBezTo>
                  <a:lnTo>
                    <a:pt x="7790053" y="97790"/>
                  </a:lnTo>
                  <a:lnTo>
                    <a:pt x="7798816" y="94107"/>
                  </a:lnTo>
                  <a:cubicBezTo>
                    <a:pt x="7802626" y="103378"/>
                    <a:pt x="7805547" y="112903"/>
                    <a:pt x="7807452" y="122682"/>
                  </a:cubicBezTo>
                  <a:cubicBezTo>
                    <a:pt x="7809357" y="132461"/>
                    <a:pt x="7810373" y="142367"/>
                    <a:pt x="7810373" y="152400"/>
                  </a:cubicBezTo>
                  <a:lnTo>
                    <a:pt x="7810373" y="1371600"/>
                  </a:lnTo>
                  <a:cubicBezTo>
                    <a:pt x="7810373" y="1381633"/>
                    <a:pt x="7809357" y="1391539"/>
                    <a:pt x="7807452" y="1401318"/>
                  </a:cubicBezTo>
                  <a:lnTo>
                    <a:pt x="7798054" y="1399413"/>
                  </a:lnTo>
                  <a:lnTo>
                    <a:pt x="7807452" y="1401318"/>
                  </a:lnTo>
                  <a:cubicBezTo>
                    <a:pt x="7805547" y="1411097"/>
                    <a:pt x="7802626" y="1420622"/>
                    <a:pt x="7798816" y="1429893"/>
                  </a:cubicBezTo>
                  <a:lnTo>
                    <a:pt x="7790053" y="1426210"/>
                  </a:lnTo>
                  <a:lnTo>
                    <a:pt x="7798816" y="1429893"/>
                  </a:lnTo>
                  <a:cubicBezTo>
                    <a:pt x="7795006" y="1439164"/>
                    <a:pt x="7790307" y="1447927"/>
                    <a:pt x="7784719" y="1456182"/>
                  </a:cubicBezTo>
                  <a:lnTo>
                    <a:pt x="7776845" y="1450848"/>
                  </a:lnTo>
                  <a:lnTo>
                    <a:pt x="7784719" y="1456182"/>
                  </a:lnTo>
                  <a:cubicBezTo>
                    <a:pt x="7779131" y="1464564"/>
                    <a:pt x="7772908" y="1472184"/>
                    <a:pt x="7765796" y="1479296"/>
                  </a:cubicBezTo>
                  <a:cubicBezTo>
                    <a:pt x="7758684" y="1486408"/>
                    <a:pt x="7751064" y="1492631"/>
                    <a:pt x="7742682" y="1498219"/>
                  </a:cubicBezTo>
                  <a:cubicBezTo>
                    <a:pt x="7734427" y="1503807"/>
                    <a:pt x="7725537" y="1508506"/>
                    <a:pt x="7716393" y="1512316"/>
                  </a:cubicBezTo>
                  <a:lnTo>
                    <a:pt x="7712710" y="1503553"/>
                  </a:lnTo>
                  <a:lnTo>
                    <a:pt x="7716393" y="1512316"/>
                  </a:lnTo>
                  <a:cubicBezTo>
                    <a:pt x="7707122" y="1516126"/>
                    <a:pt x="7697597" y="1519047"/>
                    <a:pt x="7687818" y="1520952"/>
                  </a:cubicBezTo>
                  <a:lnTo>
                    <a:pt x="7685913" y="1511554"/>
                  </a:lnTo>
                  <a:lnTo>
                    <a:pt x="7687818" y="1520952"/>
                  </a:lnTo>
                  <a:cubicBezTo>
                    <a:pt x="7678039" y="1522857"/>
                    <a:pt x="7668133" y="1523873"/>
                    <a:pt x="7658100" y="1523873"/>
                  </a:cubicBezTo>
                  <a:lnTo>
                    <a:pt x="152400" y="1523873"/>
                  </a:lnTo>
                  <a:cubicBezTo>
                    <a:pt x="142367" y="1523873"/>
                    <a:pt x="132461" y="1522857"/>
                    <a:pt x="122682" y="1520952"/>
                  </a:cubicBezTo>
                  <a:lnTo>
                    <a:pt x="124587" y="1511554"/>
                  </a:lnTo>
                  <a:lnTo>
                    <a:pt x="122682" y="1520952"/>
                  </a:lnTo>
                  <a:cubicBezTo>
                    <a:pt x="112903" y="1519047"/>
                    <a:pt x="103378" y="1516126"/>
                    <a:pt x="94107" y="1512316"/>
                  </a:cubicBezTo>
                  <a:cubicBezTo>
                    <a:pt x="84836" y="1508506"/>
                    <a:pt x="76073" y="1503807"/>
                    <a:pt x="67818" y="1498219"/>
                  </a:cubicBezTo>
                  <a:cubicBezTo>
                    <a:pt x="59563" y="1492631"/>
                    <a:pt x="51816" y="1486408"/>
                    <a:pt x="44704" y="1479296"/>
                  </a:cubicBezTo>
                  <a:cubicBezTo>
                    <a:pt x="37592" y="1472184"/>
                    <a:pt x="31369" y="1464437"/>
                    <a:pt x="25781" y="1456182"/>
                  </a:cubicBezTo>
                  <a:lnTo>
                    <a:pt x="33655" y="1450848"/>
                  </a:lnTo>
                  <a:lnTo>
                    <a:pt x="25781" y="1456182"/>
                  </a:lnTo>
                  <a:cubicBezTo>
                    <a:pt x="20193" y="1447927"/>
                    <a:pt x="15494" y="1439037"/>
                    <a:pt x="11684" y="1429893"/>
                  </a:cubicBezTo>
                  <a:lnTo>
                    <a:pt x="20447" y="1426210"/>
                  </a:lnTo>
                  <a:lnTo>
                    <a:pt x="11684" y="1429893"/>
                  </a:lnTo>
                  <a:cubicBezTo>
                    <a:pt x="7874" y="1420622"/>
                    <a:pt x="4953" y="1411097"/>
                    <a:pt x="3048" y="1401318"/>
                  </a:cubicBezTo>
                  <a:lnTo>
                    <a:pt x="12446" y="1399413"/>
                  </a:lnTo>
                  <a:lnTo>
                    <a:pt x="3048" y="1401318"/>
                  </a:lnTo>
                  <a:cubicBezTo>
                    <a:pt x="1016" y="1391539"/>
                    <a:pt x="0" y="1381633"/>
                    <a:pt x="0" y="1371600"/>
                  </a:cubicBezTo>
                  <a:lnTo>
                    <a:pt x="9525" y="1371600"/>
                  </a:lnTo>
                  <a:lnTo>
                    <a:pt x="0" y="1371600"/>
                  </a:lnTo>
                  <a:moveTo>
                    <a:pt x="19050" y="1371600"/>
                  </a:moveTo>
                  <a:cubicBezTo>
                    <a:pt x="19050" y="1380363"/>
                    <a:pt x="19939" y="1388999"/>
                    <a:pt x="21590" y="1397508"/>
                  </a:cubicBezTo>
                  <a:cubicBezTo>
                    <a:pt x="23241" y="1406144"/>
                    <a:pt x="25781" y="1414399"/>
                    <a:pt x="29210" y="1422527"/>
                  </a:cubicBezTo>
                  <a:cubicBezTo>
                    <a:pt x="32512" y="1430655"/>
                    <a:pt x="36703" y="1438275"/>
                    <a:pt x="41529" y="1445514"/>
                  </a:cubicBezTo>
                  <a:cubicBezTo>
                    <a:pt x="46355" y="1452753"/>
                    <a:pt x="51943" y="1459611"/>
                    <a:pt x="58166" y="1465707"/>
                  </a:cubicBezTo>
                  <a:lnTo>
                    <a:pt x="51435" y="1472438"/>
                  </a:lnTo>
                  <a:lnTo>
                    <a:pt x="58166" y="1465707"/>
                  </a:lnTo>
                  <a:cubicBezTo>
                    <a:pt x="64389" y="1471930"/>
                    <a:pt x="71120" y="1477391"/>
                    <a:pt x="78359" y="1482217"/>
                  </a:cubicBezTo>
                  <a:lnTo>
                    <a:pt x="73025" y="1490091"/>
                  </a:lnTo>
                  <a:lnTo>
                    <a:pt x="78359" y="1482217"/>
                  </a:lnTo>
                  <a:cubicBezTo>
                    <a:pt x="85598" y="1487043"/>
                    <a:pt x="93345" y="1491234"/>
                    <a:pt x="101473" y="1494536"/>
                  </a:cubicBezTo>
                  <a:lnTo>
                    <a:pt x="97790" y="1503299"/>
                  </a:lnTo>
                  <a:lnTo>
                    <a:pt x="101473" y="1494536"/>
                  </a:lnTo>
                  <a:cubicBezTo>
                    <a:pt x="109601" y="1497838"/>
                    <a:pt x="117856" y="1500378"/>
                    <a:pt x="126492" y="1502156"/>
                  </a:cubicBezTo>
                  <a:cubicBezTo>
                    <a:pt x="135128" y="1503934"/>
                    <a:pt x="143764" y="1504696"/>
                    <a:pt x="152527" y="1504696"/>
                  </a:cubicBezTo>
                  <a:lnTo>
                    <a:pt x="152527" y="1514221"/>
                  </a:lnTo>
                  <a:lnTo>
                    <a:pt x="152527" y="1504696"/>
                  </a:lnTo>
                  <a:lnTo>
                    <a:pt x="7658100" y="1504696"/>
                  </a:lnTo>
                  <a:lnTo>
                    <a:pt x="7658100" y="1514221"/>
                  </a:lnTo>
                  <a:lnTo>
                    <a:pt x="7658100" y="1504696"/>
                  </a:lnTo>
                  <a:cubicBezTo>
                    <a:pt x="7666863" y="1504696"/>
                    <a:pt x="7675499" y="1503807"/>
                    <a:pt x="7684135" y="1502156"/>
                  </a:cubicBezTo>
                  <a:cubicBezTo>
                    <a:pt x="7692771" y="1500505"/>
                    <a:pt x="7701026" y="1497965"/>
                    <a:pt x="7709154" y="1494536"/>
                  </a:cubicBezTo>
                  <a:cubicBezTo>
                    <a:pt x="7717282" y="1491107"/>
                    <a:pt x="7724902" y="1487043"/>
                    <a:pt x="7732268" y="1482217"/>
                  </a:cubicBezTo>
                  <a:lnTo>
                    <a:pt x="7737602" y="1490091"/>
                  </a:lnTo>
                  <a:lnTo>
                    <a:pt x="7732268" y="1482217"/>
                  </a:lnTo>
                  <a:cubicBezTo>
                    <a:pt x="7739507" y="1477391"/>
                    <a:pt x="7746238" y="1471803"/>
                    <a:pt x="7752461" y="1465707"/>
                  </a:cubicBezTo>
                  <a:lnTo>
                    <a:pt x="7759192" y="1472438"/>
                  </a:lnTo>
                  <a:lnTo>
                    <a:pt x="7752461" y="1465707"/>
                  </a:lnTo>
                  <a:cubicBezTo>
                    <a:pt x="7758684" y="1459484"/>
                    <a:pt x="7764145" y="1452753"/>
                    <a:pt x="7769098" y="1445514"/>
                  </a:cubicBezTo>
                  <a:cubicBezTo>
                    <a:pt x="7773924" y="1438275"/>
                    <a:pt x="7778115" y="1430528"/>
                    <a:pt x="7781417" y="1422527"/>
                  </a:cubicBezTo>
                  <a:cubicBezTo>
                    <a:pt x="7784719" y="1414399"/>
                    <a:pt x="7787259" y="1406144"/>
                    <a:pt x="7789037" y="1397508"/>
                  </a:cubicBezTo>
                  <a:cubicBezTo>
                    <a:pt x="7790688" y="1388872"/>
                    <a:pt x="7791577" y="1380236"/>
                    <a:pt x="7791577" y="1371600"/>
                  </a:cubicBezTo>
                  <a:lnTo>
                    <a:pt x="7801102" y="1371600"/>
                  </a:lnTo>
                  <a:lnTo>
                    <a:pt x="7791577" y="1371600"/>
                  </a:lnTo>
                  <a:lnTo>
                    <a:pt x="7791577" y="152400"/>
                  </a:lnTo>
                  <a:lnTo>
                    <a:pt x="7801102" y="152400"/>
                  </a:lnTo>
                  <a:lnTo>
                    <a:pt x="7791577" y="152400"/>
                  </a:lnTo>
                  <a:cubicBezTo>
                    <a:pt x="7791577" y="143637"/>
                    <a:pt x="7790688" y="135001"/>
                    <a:pt x="7789037" y="126365"/>
                  </a:cubicBezTo>
                  <a:lnTo>
                    <a:pt x="7798435" y="124460"/>
                  </a:lnTo>
                  <a:lnTo>
                    <a:pt x="7789037" y="126365"/>
                  </a:lnTo>
                  <a:cubicBezTo>
                    <a:pt x="7787386" y="117729"/>
                    <a:pt x="7784846" y="109474"/>
                    <a:pt x="7781417" y="101346"/>
                  </a:cubicBezTo>
                  <a:cubicBezTo>
                    <a:pt x="7778115" y="93218"/>
                    <a:pt x="7773924" y="85598"/>
                    <a:pt x="7769098" y="78359"/>
                  </a:cubicBezTo>
                  <a:cubicBezTo>
                    <a:pt x="7764272" y="71120"/>
                    <a:pt x="7758684" y="64389"/>
                    <a:pt x="7752461" y="58166"/>
                  </a:cubicBezTo>
                  <a:cubicBezTo>
                    <a:pt x="7746238" y="51943"/>
                    <a:pt x="7739507" y="46482"/>
                    <a:pt x="7732268" y="41529"/>
                  </a:cubicBezTo>
                  <a:cubicBezTo>
                    <a:pt x="7725029" y="36703"/>
                    <a:pt x="7717282" y="32512"/>
                    <a:pt x="7709154" y="29210"/>
                  </a:cubicBezTo>
                  <a:cubicBezTo>
                    <a:pt x="7701026" y="25908"/>
                    <a:pt x="7692771" y="23368"/>
                    <a:pt x="7684135" y="21590"/>
                  </a:cubicBezTo>
                  <a:cubicBezTo>
                    <a:pt x="7675499" y="19812"/>
                    <a:pt x="7666863" y="19050"/>
                    <a:pt x="7658100" y="19050"/>
                  </a:cubicBezTo>
                  <a:lnTo>
                    <a:pt x="152400" y="19050"/>
                  </a:lnTo>
                  <a:cubicBezTo>
                    <a:pt x="143637" y="19050"/>
                    <a:pt x="135001" y="19939"/>
                    <a:pt x="126365" y="21590"/>
                  </a:cubicBezTo>
                  <a:cubicBezTo>
                    <a:pt x="117729" y="23241"/>
                    <a:pt x="109474" y="25781"/>
                    <a:pt x="101346" y="29210"/>
                  </a:cubicBezTo>
                  <a:cubicBezTo>
                    <a:pt x="93218" y="32639"/>
                    <a:pt x="85598" y="36703"/>
                    <a:pt x="78232" y="41529"/>
                  </a:cubicBezTo>
                  <a:lnTo>
                    <a:pt x="72898" y="33655"/>
                  </a:lnTo>
                  <a:lnTo>
                    <a:pt x="78232" y="41529"/>
                  </a:lnTo>
                  <a:cubicBezTo>
                    <a:pt x="70993" y="46355"/>
                    <a:pt x="64262" y="51943"/>
                    <a:pt x="58039" y="58166"/>
                  </a:cubicBezTo>
                  <a:cubicBezTo>
                    <a:pt x="51816" y="64389"/>
                    <a:pt x="46355" y="71120"/>
                    <a:pt x="41402" y="78359"/>
                  </a:cubicBezTo>
                  <a:lnTo>
                    <a:pt x="33528" y="73025"/>
                  </a:lnTo>
                  <a:lnTo>
                    <a:pt x="41402" y="78359"/>
                  </a:lnTo>
                  <a:cubicBezTo>
                    <a:pt x="36576" y="85598"/>
                    <a:pt x="32385" y="93345"/>
                    <a:pt x="29083" y="101473"/>
                  </a:cubicBezTo>
                  <a:cubicBezTo>
                    <a:pt x="25781" y="109601"/>
                    <a:pt x="23241" y="117856"/>
                    <a:pt x="21463" y="126492"/>
                  </a:cubicBezTo>
                  <a:lnTo>
                    <a:pt x="12065" y="124587"/>
                  </a:lnTo>
                  <a:lnTo>
                    <a:pt x="21463" y="126492"/>
                  </a:lnTo>
                  <a:cubicBezTo>
                    <a:pt x="19812" y="135128"/>
                    <a:pt x="18923" y="143764"/>
                    <a:pt x="18923" y="152527"/>
                  </a:cubicBezTo>
                  <a:lnTo>
                    <a:pt x="18923" y="1371727"/>
                  </a:lnTo>
                  <a:close/>
                </a:path>
              </a:pathLst>
            </a:custGeom>
            <a:solidFill>
              <a:srgbClr val="1976D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02151" y="3478130"/>
            <a:ext cx="9085849" cy="1878951"/>
            <a:chOff x="0" y="0"/>
            <a:chExt cx="7937500" cy="16414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8326" y="68199"/>
              <a:ext cx="7800848" cy="1504823"/>
            </a:xfrm>
            <a:custGeom>
              <a:avLst/>
              <a:gdLst/>
              <a:ahLst/>
              <a:cxnLst/>
              <a:rect r="r" b="b" t="t" l="l"/>
              <a:pathLst>
                <a:path h="1504823" w="7800848">
                  <a:moveTo>
                    <a:pt x="0" y="1357376"/>
                  </a:moveTo>
                  <a:lnTo>
                    <a:pt x="0" y="147701"/>
                  </a:lnTo>
                  <a:cubicBezTo>
                    <a:pt x="0" y="138049"/>
                    <a:pt x="889" y="128397"/>
                    <a:pt x="2794" y="118872"/>
                  </a:cubicBezTo>
                  <a:cubicBezTo>
                    <a:pt x="4699" y="109347"/>
                    <a:pt x="7493" y="100076"/>
                    <a:pt x="11176" y="91186"/>
                  </a:cubicBezTo>
                  <a:cubicBezTo>
                    <a:pt x="14859" y="82296"/>
                    <a:pt x="19431" y="73660"/>
                    <a:pt x="24765" y="65659"/>
                  </a:cubicBezTo>
                  <a:cubicBezTo>
                    <a:pt x="30099" y="57658"/>
                    <a:pt x="36322" y="50165"/>
                    <a:pt x="43180" y="43307"/>
                  </a:cubicBezTo>
                  <a:cubicBezTo>
                    <a:pt x="50038" y="36449"/>
                    <a:pt x="57531" y="30353"/>
                    <a:pt x="65532" y="24892"/>
                  </a:cubicBezTo>
                  <a:cubicBezTo>
                    <a:pt x="73533" y="19431"/>
                    <a:pt x="82042" y="14986"/>
                    <a:pt x="91059" y="11176"/>
                  </a:cubicBezTo>
                  <a:cubicBezTo>
                    <a:pt x="100076" y="7366"/>
                    <a:pt x="109220" y="4699"/>
                    <a:pt x="118745" y="2794"/>
                  </a:cubicBezTo>
                  <a:cubicBezTo>
                    <a:pt x="128270" y="889"/>
                    <a:pt x="137795" y="0"/>
                    <a:pt x="147574" y="0"/>
                  </a:cubicBezTo>
                  <a:lnTo>
                    <a:pt x="7653274" y="0"/>
                  </a:lnTo>
                  <a:cubicBezTo>
                    <a:pt x="7662926" y="0"/>
                    <a:pt x="7672578" y="889"/>
                    <a:pt x="7682103" y="2794"/>
                  </a:cubicBezTo>
                  <a:cubicBezTo>
                    <a:pt x="7691628" y="4699"/>
                    <a:pt x="7700899" y="7493"/>
                    <a:pt x="7709789" y="11176"/>
                  </a:cubicBezTo>
                  <a:cubicBezTo>
                    <a:pt x="7718679" y="14859"/>
                    <a:pt x="7727315" y="19431"/>
                    <a:pt x="7735316" y="24892"/>
                  </a:cubicBezTo>
                  <a:cubicBezTo>
                    <a:pt x="7743317" y="30353"/>
                    <a:pt x="7750810" y="36449"/>
                    <a:pt x="7757668" y="43307"/>
                  </a:cubicBezTo>
                  <a:cubicBezTo>
                    <a:pt x="7764526" y="50165"/>
                    <a:pt x="7770622" y="57658"/>
                    <a:pt x="7776083" y="65659"/>
                  </a:cubicBezTo>
                  <a:cubicBezTo>
                    <a:pt x="7781544" y="73660"/>
                    <a:pt x="7785989" y="82296"/>
                    <a:pt x="7789672" y="91186"/>
                  </a:cubicBezTo>
                  <a:cubicBezTo>
                    <a:pt x="7793355" y="100076"/>
                    <a:pt x="7796149" y="109347"/>
                    <a:pt x="7798054" y="118872"/>
                  </a:cubicBezTo>
                  <a:cubicBezTo>
                    <a:pt x="7799959" y="128397"/>
                    <a:pt x="7800848" y="138049"/>
                    <a:pt x="7800848" y="147701"/>
                  </a:cubicBezTo>
                  <a:lnTo>
                    <a:pt x="7800848" y="1357376"/>
                  </a:lnTo>
                  <a:cubicBezTo>
                    <a:pt x="7800848" y="1367028"/>
                    <a:pt x="7799959" y="1376680"/>
                    <a:pt x="7798054" y="1386205"/>
                  </a:cubicBezTo>
                  <a:cubicBezTo>
                    <a:pt x="7796149" y="1395730"/>
                    <a:pt x="7793355" y="1405001"/>
                    <a:pt x="7789672" y="1413891"/>
                  </a:cubicBezTo>
                  <a:cubicBezTo>
                    <a:pt x="7785989" y="1422781"/>
                    <a:pt x="7781417" y="1431417"/>
                    <a:pt x="7776083" y="1439418"/>
                  </a:cubicBezTo>
                  <a:cubicBezTo>
                    <a:pt x="7770749" y="1447419"/>
                    <a:pt x="7764526" y="1454912"/>
                    <a:pt x="7757668" y="1461770"/>
                  </a:cubicBezTo>
                  <a:cubicBezTo>
                    <a:pt x="7750810" y="1468628"/>
                    <a:pt x="7743317" y="1474724"/>
                    <a:pt x="7735316" y="1480058"/>
                  </a:cubicBezTo>
                  <a:cubicBezTo>
                    <a:pt x="7727315" y="1485392"/>
                    <a:pt x="7718806" y="1489964"/>
                    <a:pt x="7709789" y="1493647"/>
                  </a:cubicBezTo>
                  <a:cubicBezTo>
                    <a:pt x="7700772" y="1497330"/>
                    <a:pt x="7691628" y="1500124"/>
                    <a:pt x="7682103" y="1502029"/>
                  </a:cubicBezTo>
                  <a:cubicBezTo>
                    <a:pt x="7672578" y="1503934"/>
                    <a:pt x="7663053" y="1504823"/>
                    <a:pt x="7653274" y="1504823"/>
                  </a:cubicBezTo>
                  <a:lnTo>
                    <a:pt x="147574" y="1504823"/>
                  </a:lnTo>
                  <a:cubicBezTo>
                    <a:pt x="137922" y="1504823"/>
                    <a:pt x="128270" y="1503807"/>
                    <a:pt x="118745" y="1502029"/>
                  </a:cubicBezTo>
                  <a:cubicBezTo>
                    <a:pt x="109220" y="1500251"/>
                    <a:pt x="99949" y="1497330"/>
                    <a:pt x="91059" y="1493647"/>
                  </a:cubicBezTo>
                  <a:cubicBezTo>
                    <a:pt x="82169" y="1489964"/>
                    <a:pt x="73533" y="1485392"/>
                    <a:pt x="65532" y="1479931"/>
                  </a:cubicBezTo>
                  <a:cubicBezTo>
                    <a:pt x="57531" y="1474470"/>
                    <a:pt x="50038" y="1468374"/>
                    <a:pt x="43180" y="1461643"/>
                  </a:cubicBezTo>
                  <a:cubicBezTo>
                    <a:pt x="36322" y="1454912"/>
                    <a:pt x="30226" y="1447292"/>
                    <a:pt x="24765" y="1439291"/>
                  </a:cubicBezTo>
                  <a:cubicBezTo>
                    <a:pt x="19304" y="1431290"/>
                    <a:pt x="14859" y="1422654"/>
                    <a:pt x="11176" y="1413764"/>
                  </a:cubicBezTo>
                  <a:cubicBezTo>
                    <a:pt x="7493" y="1404874"/>
                    <a:pt x="4699" y="1395603"/>
                    <a:pt x="2794" y="1386078"/>
                  </a:cubicBezTo>
                  <a:cubicBezTo>
                    <a:pt x="889" y="1376553"/>
                    <a:pt x="0" y="1367028"/>
                    <a:pt x="0" y="1357249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7810373" cy="1514348"/>
            </a:xfrm>
            <a:custGeom>
              <a:avLst/>
              <a:gdLst/>
              <a:ahLst/>
              <a:cxnLst/>
              <a:rect r="r" b="b" t="t" l="l"/>
              <a:pathLst>
                <a:path h="1514348" w="7810373">
                  <a:moveTo>
                    <a:pt x="0" y="1362075"/>
                  </a:moveTo>
                  <a:lnTo>
                    <a:pt x="0" y="152400"/>
                  </a:lnTo>
                  <a:lnTo>
                    <a:pt x="4826" y="152400"/>
                  </a:lnTo>
                  <a:lnTo>
                    <a:pt x="0" y="152400"/>
                  </a:lnTo>
                  <a:cubicBezTo>
                    <a:pt x="0" y="142367"/>
                    <a:pt x="1016" y="132461"/>
                    <a:pt x="2921" y="122682"/>
                  </a:cubicBezTo>
                  <a:cubicBezTo>
                    <a:pt x="4826" y="112903"/>
                    <a:pt x="7747" y="103378"/>
                    <a:pt x="11557" y="94107"/>
                  </a:cubicBezTo>
                  <a:lnTo>
                    <a:pt x="16002" y="95885"/>
                  </a:lnTo>
                  <a:lnTo>
                    <a:pt x="11557" y="94107"/>
                  </a:lnTo>
                  <a:cubicBezTo>
                    <a:pt x="15367" y="84836"/>
                    <a:pt x="20066" y="76073"/>
                    <a:pt x="25654" y="67818"/>
                  </a:cubicBezTo>
                  <a:lnTo>
                    <a:pt x="29591" y="70485"/>
                  </a:lnTo>
                  <a:lnTo>
                    <a:pt x="25654" y="67818"/>
                  </a:lnTo>
                  <a:cubicBezTo>
                    <a:pt x="31242" y="59563"/>
                    <a:pt x="37592" y="51816"/>
                    <a:pt x="44577" y="44704"/>
                  </a:cubicBezTo>
                  <a:lnTo>
                    <a:pt x="48006" y="48006"/>
                  </a:lnTo>
                  <a:lnTo>
                    <a:pt x="44577" y="44704"/>
                  </a:lnTo>
                  <a:cubicBezTo>
                    <a:pt x="51689" y="37592"/>
                    <a:pt x="59309" y="31242"/>
                    <a:pt x="67691" y="25781"/>
                  </a:cubicBezTo>
                  <a:lnTo>
                    <a:pt x="70358" y="29718"/>
                  </a:lnTo>
                  <a:lnTo>
                    <a:pt x="67691" y="25781"/>
                  </a:lnTo>
                  <a:cubicBezTo>
                    <a:pt x="76073" y="20193"/>
                    <a:pt x="84836" y="15494"/>
                    <a:pt x="94107" y="11684"/>
                  </a:cubicBezTo>
                  <a:lnTo>
                    <a:pt x="95885" y="16129"/>
                  </a:lnTo>
                  <a:lnTo>
                    <a:pt x="94107" y="11684"/>
                  </a:lnTo>
                  <a:cubicBezTo>
                    <a:pt x="103378" y="7874"/>
                    <a:pt x="112903" y="4953"/>
                    <a:pt x="122682" y="3048"/>
                  </a:cubicBezTo>
                  <a:lnTo>
                    <a:pt x="123571" y="7747"/>
                  </a:lnTo>
                  <a:lnTo>
                    <a:pt x="122682" y="3048"/>
                  </a:lnTo>
                  <a:cubicBezTo>
                    <a:pt x="132461" y="1016"/>
                    <a:pt x="142367" y="0"/>
                    <a:pt x="152400" y="0"/>
                  </a:cubicBezTo>
                  <a:lnTo>
                    <a:pt x="152400" y="4826"/>
                  </a:lnTo>
                  <a:lnTo>
                    <a:pt x="152400" y="0"/>
                  </a:lnTo>
                  <a:lnTo>
                    <a:pt x="7658100" y="0"/>
                  </a:lnTo>
                  <a:lnTo>
                    <a:pt x="7658100" y="4826"/>
                  </a:lnTo>
                  <a:lnTo>
                    <a:pt x="7658100" y="0"/>
                  </a:lnTo>
                  <a:cubicBezTo>
                    <a:pt x="7668133" y="0"/>
                    <a:pt x="7678039" y="1016"/>
                    <a:pt x="7687818" y="2921"/>
                  </a:cubicBezTo>
                  <a:lnTo>
                    <a:pt x="7686929" y="7620"/>
                  </a:lnTo>
                  <a:lnTo>
                    <a:pt x="7687818" y="2921"/>
                  </a:lnTo>
                  <a:cubicBezTo>
                    <a:pt x="7697597" y="4826"/>
                    <a:pt x="7707122" y="7747"/>
                    <a:pt x="7716393" y="11557"/>
                  </a:cubicBezTo>
                  <a:cubicBezTo>
                    <a:pt x="7725664" y="15367"/>
                    <a:pt x="7734427" y="20066"/>
                    <a:pt x="7742682" y="25654"/>
                  </a:cubicBezTo>
                  <a:lnTo>
                    <a:pt x="7740015" y="29591"/>
                  </a:lnTo>
                  <a:lnTo>
                    <a:pt x="7742682" y="25654"/>
                  </a:lnTo>
                  <a:cubicBezTo>
                    <a:pt x="7751064" y="31242"/>
                    <a:pt x="7758684" y="37592"/>
                    <a:pt x="7765796" y="44577"/>
                  </a:cubicBezTo>
                  <a:lnTo>
                    <a:pt x="7762367" y="47879"/>
                  </a:lnTo>
                  <a:lnTo>
                    <a:pt x="7765796" y="44577"/>
                  </a:lnTo>
                  <a:cubicBezTo>
                    <a:pt x="7772908" y="51689"/>
                    <a:pt x="7779131" y="59309"/>
                    <a:pt x="7784719" y="67691"/>
                  </a:cubicBezTo>
                  <a:cubicBezTo>
                    <a:pt x="7790307" y="75946"/>
                    <a:pt x="7795006" y="84836"/>
                    <a:pt x="7798816" y="94107"/>
                  </a:cubicBezTo>
                  <a:lnTo>
                    <a:pt x="7794371" y="95885"/>
                  </a:lnTo>
                  <a:lnTo>
                    <a:pt x="7798816" y="94107"/>
                  </a:lnTo>
                  <a:cubicBezTo>
                    <a:pt x="7802626" y="103378"/>
                    <a:pt x="7805547" y="112903"/>
                    <a:pt x="7807452" y="122682"/>
                  </a:cubicBezTo>
                  <a:cubicBezTo>
                    <a:pt x="7809357" y="132461"/>
                    <a:pt x="7810373" y="142494"/>
                    <a:pt x="7810373" y="152400"/>
                  </a:cubicBezTo>
                  <a:lnTo>
                    <a:pt x="7810373" y="1362075"/>
                  </a:lnTo>
                  <a:cubicBezTo>
                    <a:pt x="7810373" y="1372108"/>
                    <a:pt x="7809357" y="1382014"/>
                    <a:pt x="7807452" y="1391793"/>
                  </a:cubicBezTo>
                  <a:lnTo>
                    <a:pt x="7802753" y="1390904"/>
                  </a:lnTo>
                  <a:lnTo>
                    <a:pt x="7807452" y="1391793"/>
                  </a:lnTo>
                  <a:cubicBezTo>
                    <a:pt x="7805547" y="1401572"/>
                    <a:pt x="7802626" y="1411097"/>
                    <a:pt x="7798816" y="1420368"/>
                  </a:cubicBezTo>
                  <a:cubicBezTo>
                    <a:pt x="7795006" y="1429639"/>
                    <a:pt x="7790307" y="1438402"/>
                    <a:pt x="7784719" y="1446657"/>
                  </a:cubicBezTo>
                  <a:lnTo>
                    <a:pt x="7780782" y="1443990"/>
                  </a:lnTo>
                  <a:lnTo>
                    <a:pt x="7784719" y="1446657"/>
                  </a:lnTo>
                  <a:cubicBezTo>
                    <a:pt x="7779131" y="1455039"/>
                    <a:pt x="7772781" y="1462659"/>
                    <a:pt x="7765796" y="1469771"/>
                  </a:cubicBezTo>
                  <a:lnTo>
                    <a:pt x="7762367" y="1466342"/>
                  </a:lnTo>
                  <a:lnTo>
                    <a:pt x="7765796" y="1469771"/>
                  </a:lnTo>
                  <a:cubicBezTo>
                    <a:pt x="7758684" y="1476883"/>
                    <a:pt x="7751064" y="1483106"/>
                    <a:pt x="7742682" y="1488694"/>
                  </a:cubicBezTo>
                  <a:lnTo>
                    <a:pt x="7740015" y="1484757"/>
                  </a:lnTo>
                  <a:lnTo>
                    <a:pt x="7742682" y="1488694"/>
                  </a:lnTo>
                  <a:cubicBezTo>
                    <a:pt x="7734300" y="1494282"/>
                    <a:pt x="7725537" y="1498981"/>
                    <a:pt x="7716266" y="1502791"/>
                  </a:cubicBezTo>
                  <a:lnTo>
                    <a:pt x="7714488" y="1498346"/>
                  </a:lnTo>
                  <a:lnTo>
                    <a:pt x="7716266" y="1502791"/>
                  </a:lnTo>
                  <a:cubicBezTo>
                    <a:pt x="7706995" y="1506601"/>
                    <a:pt x="7697470" y="1509522"/>
                    <a:pt x="7687691" y="1511427"/>
                  </a:cubicBezTo>
                  <a:cubicBezTo>
                    <a:pt x="7677912" y="1513332"/>
                    <a:pt x="7668006" y="1514348"/>
                    <a:pt x="7657973" y="1514348"/>
                  </a:cubicBezTo>
                  <a:lnTo>
                    <a:pt x="152400" y="1514348"/>
                  </a:lnTo>
                  <a:cubicBezTo>
                    <a:pt x="142367" y="1514348"/>
                    <a:pt x="132461" y="1513332"/>
                    <a:pt x="122682" y="1511427"/>
                  </a:cubicBezTo>
                  <a:cubicBezTo>
                    <a:pt x="112903" y="1509395"/>
                    <a:pt x="103378" y="1506601"/>
                    <a:pt x="94107" y="1502791"/>
                  </a:cubicBezTo>
                  <a:lnTo>
                    <a:pt x="95885" y="1498346"/>
                  </a:lnTo>
                  <a:lnTo>
                    <a:pt x="94107" y="1502791"/>
                  </a:lnTo>
                  <a:cubicBezTo>
                    <a:pt x="84836" y="1498981"/>
                    <a:pt x="76073" y="1494282"/>
                    <a:pt x="67691" y="1488694"/>
                  </a:cubicBezTo>
                  <a:lnTo>
                    <a:pt x="70358" y="1484757"/>
                  </a:lnTo>
                  <a:lnTo>
                    <a:pt x="67691" y="1488694"/>
                  </a:lnTo>
                  <a:cubicBezTo>
                    <a:pt x="59309" y="1483106"/>
                    <a:pt x="51689" y="1476883"/>
                    <a:pt x="44577" y="1469771"/>
                  </a:cubicBezTo>
                  <a:lnTo>
                    <a:pt x="48006" y="1466342"/>
                  </a:lnTo>
                  <a:lnTo>
                    <a:pt x="44704" y="1469771"/>
                  </a:lnTo>
                  <a:cubicBezTo>
                    <a:pt x="37592" y="1462659"/>
                    <a:pt x="31369" y="1455039"/>
                    <a:pt x="25781" y="1446657"/>
                  </a:cubicBezTo>
                  <a:lnTo>
                    <a:pt x="29718" y="1443990"/>
                  </a:lnTo>
                  <a:lnTo>
                    <a:pt x="25781" y="1446657"/>
                  </a:lnTo>
                  <a:cubicBezTo>
                    <a:pt x="20193" y="1438402"/>
                    <a:pt x="15494" y="1429512"/>
                    <a:pt x="11684" y="1420368"/>
                  </a:cubicBezTo>
                  <a:lnTo>
                    <a:pt x="16129" y="1418590"/>
                  </a:lnTo>
                  <a:lnTo>
                    <a:pt x="11684" y="1420368"/>
                  </a:lnTo>
                  <a:cubicBezTo>
                    <a:pt x="7874" y="1411097"/>
                    <a:pt x="4953" y="1401572"/>
                    <a:pt x="3048" y="1391793"/>
                  </a:cubicBezTo>
                  <a:cubicBezTo>
                    <a:pt x="1143" y="1382014"/>
                    <a:pt x="127" y="1372108"/>
                    <a:pt x="127" y="1362075"/>
                  </a:cubicBezTo>
                  <a:lnTo>
                    <a:pt x="4953" y="1362075"/>
                  </a:lnTo>
                  <a:lnTo>
                    <a:pt x="0" y="1362075"/>
                  </a:lnTo>
                  <a:moveTo>
                    <a:pt x="9525" y="1362075"/>
                  </a:moveTo>
                  <a:cubicBezTo>
                    <a:pt x="9525" y="1371473"/>
                    <a:pt x="10414" y="1380744"/>
                    <a:pt x="12319" y="1389888"/>
                  </a:cubicBezTo>
                  <a:lnTo>
                    <a:pt x="7620" y="1390777"/>
                  </a:lnTo>
                  <a:lnTo>
                    <a:pt x="12319" y="1389888"/>
                  </a:lnTo>
                  <a:cubicBezTo>
                    <a:pt x="14097" y="1399032"/>
                    <a:pt x="16891" y="1408049"/>
                    <a:pt x="20447" y="1416685"/>
                  </a:cubicBezTo>
                  <a:cubicBezTo>
                    <a:pt x="24003" y="1425321"/>
                    <a:pt x="28448" y="1433576"/>
                    <a:pt x="33655" y="1441323"/>
                  </a:cubicBezTo>
                  <a:cubicBezTo>
                    <a:pt x="38862" y="1449197"/>
                    <a:pt x="44831" y="1456309"/>
                    <a:pt x="51435" y="1462913"/>
                  </a:cubicBezTo>
                  <a:cubicBezTo>
                    <a:pt x="58039" y="1469517"/>
                    <a:pt x="65278" y="1475486"/>
                    <a:pt x="73025" y="1480693"/>
                  </a:cubicBezTo>
                  <a:cubicBezTo>
                    <a:pt x="80772" y="1485900"/>
                    <a:pt x="89027" y="1490345"/>
                    <a:pt x="97663" y="1493901"/>
                  </a:cubicBezTo>
                  <a:cubicBezTo>
                    <a:pt x="106299" y="1497457"/>
                    <a:pt x="115316" y="1500124"/>
                    <a:pt x="124460" y="1502029"/>
                  </a:cubicBezTo>
                  <a:lnTo>
                    <a:pt x="123571" y="1506728"/>
                  </a:lnTo>
                  <a:lnTo>
                    <a:pt x="124460" y="1502029"/>
                  </a:lnTo>
                  <a:cubicBezTo>
                    <a:pt x="133604" y="1503807"/>
                    <a:pt x="143002" y="1504823"/>
                    <a:pt x="152400" y="1504823"/>
                  </a:cubicBezTo>
                  <a:lnTo>
                    <a:pt x="152400" y="1509522"/>
                  </a:lnTo>
                  <a:lnTo>
                    <a:pt x="152400" y="1504696"/>
                  </a:lnTo>
                  <a:lnTo>
                    <a:pt x="7658100" y="1504696"/>
                  </a:lnTo>
                  <a:lnTo>
                    <a:pt x="7658100" y="1509522"/>
                  </a:lnTo>
                  <a:lnTo>
                    <a:pt x="7658100" y="1504823"/>
                  </a:lnTo>
                  <a:cubicBezTo>
                    <a:pt x="7667498" y="1504823"/>
                    <a:pt x="7676769" y="1503934"/>
                    <a:pt x="7686040" y="1502029"/>
                  </a:cubicBezTo>
                  <a:lnTo>
                    <a:pt x="7686929" y="1506728"/>
                  </a:lnTo>
                  <a:lnTo>
                    <a:pt x="7686040" y="1502029"/>
                  </a:lnTo>
                  <a:cubicBezTo>
                    <a:pt x="7695184" y="1500124"/>
                    <a:pt x="7704201" y="1497457"/>
                    <a:pt x="7712837" y="1493901"/>
                  </a:cubicBezTo>
                  <a:cubicBezTo>
                    <a:pt x="7721473" y="1490345"/>
                    <a:pt x="7729728" y="1485900"/>
                    <a:pt x="7737475" y="1480693"/>
                  </a:cubicBezTo>
                  <a:cubicBezTo>
                    <a:pt x="7745222" y="1475486"/>
                    <a:pt x="7752461" y="1469517"/>
                    <a:pt x="7759065" y="1462913"/>
                  </a:cubicBezTo>
                  <a:cubicBezTo>
                    <a:pt x="7765669" y="1456309"/>
                    <a:pt x="7771638" y="1449070"/>
                    <a:pt x="7776845" y="1441323"/>
                  </a:cubicBezTo>
                  <a:cubicBezTo>
                    <a:pt x="7782052" y="1433576"/>
                    <a:pt x="7786497" y="1425321"/>
                    <a:pt x="7790053" y="1416558"/>
                  </a:cubicBezTo>
                  <a:lnTo>
                    <a:pt x="7794498" y="1418336"/>
                  </a:lnTo>
                  <a:lnTo>
                    <a:pt x="7790053" y="1416558"/>
                  </a:lnTo>
                  <a:cubicBezTo>
                    <a:pt x="7793609" y="1407922"/>
                    <a:pt x="7796403" y="1399032"/>
                    <a:pt x="7798181" y="1389761"/>
                  </a:cubicBezTo>
                  <a:cubicBezTo>
                    <a:pt x="7799959" y="1380617"/>
                    <a:pt x="7800975" y="1371219"/>
                    <a:pt x="7800975" y="1361948"/>
                  </a:cubicBezTo>
                  <a:lnTo>
                    <a:pt x="7805674" y="1361948"/>
                  </a:lnTo>
                  <a:lnTo>
                    <a:pt x="7800848" y="1361948"/>
                  </a:lnTo>
                  <a:lnTo>
                    <a:pt x="7800848" y="152400"/>
                  </a:lnTo>
                  <a:lnTo>
                    <a:pt x="7805674" y="152400"/>
                  </a:lnTo>
                  <a:lnTo>
                    <a:pt x="7800975" y="152400"/>
                  </a:lnTo>
                  <a:cubicBezTo>
                    <a:pt x="7800975" y="143002"/>
                    <a:pt x="7800086" y="133731"/>
                    <a:pt x="7798181" y="124460"/>
                  </a:cubicBezTo>
                  <a:lnTo>
                    <a:pt x="7802880" y="123571"/>
                  </a:lnTo>
                  <a:lnTo>
                    <a:pt x="7798181" y="124460"/>
                  </a:lnTo>
                  <a:cubicBezTo>
                    <a:pt x="7796403" y="115316"/>
                    <a:pt x="7793609" y="106299"/>
                    <a:pt x="7790053" y="97663"/>
                  </a:cubicBezTo>
                  <a:cubicBezTo>
                    <a:pt x="7786497" y="89027"/>
                    <a:pt x="7782052" y="80772"/>
                    <a:pt x="7776845" y="72898"/>
                  </a:cubicBezTo>
                  <a:lnTo>
                    <a:pt x="7780782" y="70231"/>
                  </a:lnTo>
                  <a:lnTo>
                    <a:pt x="7776845" y="72898"/>
                  </a:lnTo>
                  <a:cubicBezTo>
                    <a:pt x="7771638" y="65151"/>
                    <a:pt x="7765669" y="57912"/>
                    <a:pt x="7759065" y="51308"/>
                  </a:cubicBezTo>
                  <a:cubicBezTo>
                    <a:pt x="7752461" y="44704"/>
                    <a:pt x="7745222" y="38735"/>
                    <a:pt x="7737475" y="33528"/>
                  </a:cubicBezTo>
                  <a:cubicBezTo>
                    <a:pt x="7729728" y="28321"/>
                    <a:pt x="7721473" y="23876"/>
                    <a:pt x="7712710" y="20320"/>
                  </a:cubicBezTo>
                  <a:lnTo>
                    <a:pt x="7714488" y="15875"/>
                  </a:lnTo>
                  <a:lnTo>
                    <a:pt x="7712710" y="20320"/>
                  </a:lnTo>
                  <a:cubicBezTo>
                    <a:pt x="7704074" y="16764"/>
                    <a:pt x="7695057" y="14097"/>
                    <a:pt x="7685913" y="12192"/>
                  </a:cubicBezTo>
                  <a:cubicBezTo>
                    <a:pt x="7676769" y="10414"/>
                    <a:pt x="7667371" y="9398"/>
                    <a:pt x="7657973" y="9398"/>
                  </a:cubicBezTo>
                  <a:lnTo>
                    <a:pt x="152400" y="9398"/>
                  </a:lnTo>
                  <a:cubicBezTo>
                    <a:pt x="143002" y="9398"/>
                    <a:pt x="133731" y="10287"/>
                    <a:pt x="124460" y="12192"/>
                  </a:cubicBezTo>
                  <a:cubicBezTo>
                    <a:pt x="115189" y="14097"/>
                    <a:pt x="106299" y="16764"/>
                    <a:pt x="97663" y="20320"/>
                  </a:cubicBezTo>
                  <a:cubicBezTo>
                    <a:pt x="89027" y="23876"/>
                    <a:pt x="80772" y="28321"/>
                    <a:pt x="73025" y="33528"/>
                  </a:cubicBezTo>
                  <a:cubicBezTo>
                    <a:pt x="65278" y="38735"/>
                    <a:pt x="58039" y="44704"/>
                    <a:pt x="51435" y="51308"/>
                  </a:cubicBezTo>
                  <a:cubicBezTo>
                    <a:pt x="44831" y="57912"/>
                    <a:pt x="38862" y="65151"/>
                    <a:pt x="33655" y="72898"/>
                  </a:cubicBezTo>
                  <a:cubicBezTo>
                    <a:pt x="28448" y="80645"/>
                    <a:pt x="24003" y="88900"/>
                    <a:pt x="20447" y="97536"/>
                  </a:cubicBezTo>
                  <a:cubicBezTo>
                    <a:pt x="16891" y="106172"/>
                    <a:pt x="14097" y="115062"/>
                    <a:pt x="12319" y="124333"/>
                  </a:cubicBezTo>
                  <a:lnTo>
                    <a:pt x="7620" y="123444"/>
                  </a:lnTo>
                  <a:lnTo>
                    <a:pt x="12319" y="124333"/>
                  </a:lnTo>
                  <a:cubicBezTo>
                    <a:pt x="10541" y="133604"/>
                    <a:pt x="9525" y="142875"/>
                    <a:pt x="9525" y="152273"/>
                  </a:cubicBezTo>
                  <a:lnTo>
                    <a:pt x="9525" y="1361948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202151" y="5473383"/>
            <a:ext cx="9085849" cy="1889854"/>
            <a:chOff x="0" y="0"/>
            <a:chExt cx="7937500" cy="165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8326" y="68326"/>
              <a:ext cx="7800848" cy="1514348"/>
            </a:xfrm>
            <a:custGeom>
              <a:avLst/>
              <a:gdLst/>
              <a:ahLst/>
              <a:cxnLst/>
              <a:rect r="r" b="b" t="t" l="l"/>
              <a:pathLst>
                <a:path h="1514348" w="7800848">
                  <a:moveTo>
                    <a:pt x="0" y="1366774"/>
                  </a:moveTo>
                  <a:lnTo>
                    <a:pt x="0" y="147574"/>
                  </a:lnTo>
                  <a:cubicBezTo>
                    <a:pt x="0" y="137922"/>
                    <a:pt x="889" y="128270"/>
                    <a:pt x="2794" y="118745"/>
                  </a:cubicBezTo>
                  <a:cubicBezTo>
                    <a:pt x="4699" y="109220"/>
                    <a:pt x="7493" y="99949"/>
                    <a:pt x="11176" y="91059"/>
                  </a:cubicBezTo>
                  <a:cubicBezTo>
                    <a:pt x="14859" y="82169"/>
                    <a:pt x="19431" y="73533"/>
                    <a:pt x="24765" y="65532"/>
                  </a:cubicBezTo>
                  <a:cubicBezTo>
                    <a:pt x="30099" y="57531"/>
                    <a:pt x="36322" y="50038"/>
                    <a:pt x="43180" y="43180"/>
                  </a:cubicBezTo>
                  <a:cubicBezTo>
                    <a:pt x="50038" y="36322"/>
                    <a:pt x="57531" y="30226"/>
                    <a:pt x="65532" y="24765"/>
                  </a:cubicBezTo>
                  <a:cubicBezTo>
                    <a:pt x="73533" y="19304"/>
                    <a:pt x="82042" y="14859"/>
                    <a:pt x="91059" y="11176"/>
                  </a:cubicBezTo>
                  <a:cubicBezTo>
                    <a:pt x="100076" y="7493"/>
                    <a:pt x="109220" y="4699"/>
                    <a:pt x="118745" y="2794"/>
                  </a:cubicBezTo>
                  <a:cubicBezTo>
                    <a:pt x="128270" y="889"/>
                    <a:pt x="137795" y="0"/>
                    <a:pt x="147574" y="0"/>
                  </a:cubicBezTo>
                  <a:lnTo>
                    <a:pt x="7653274" y="0"/>
                  </a:lnTo>
                  <a:cubicBezTo>
                    <a:pt x="7662926" y="0"/>
                    <a:pt x="7672578" y="889"/>
                    <a:pt x="7682103" y="2794"/>
                  </a:cubicBezTo>
                  <a:cubicBezTo>
                    <a:pt x="7691628" y="4699"/>
                    <a:pt x="7700899" y="7493"/>
                    <a:pt x="7709789" y="11176"/>
                  </a:cubicBezTo>
                  <a:cubicBezTo>
                    <a:pt x="7718679" y="14859"/>
                    <a:pt x="7727315" y="19431"/>
                    <a:pt x="7735316" y="24765"/>
                  </a:cubicBezTo>
                  <a:cubicBezTo>
                    <a:pt x="7743317" y="30099"/>
                    <a:pt x="7750810" y="36322"/>
                    <a:pt x="7757668" y="43180"/>
                  </a:cubicBezTo>
                  <a:cubicBezTo>
                    <a:pt x="7764526" y="50038"/>
                    <a:pt x="7770622" y="57404"/>
                    <a:pt x="7776083" y="65532"/>
                  </a:cubicBezTo>
                  <a:cubicBezTo>
                    <a:pt x="7781544" y="73660"/>
                    <a:pt x="7785989" y="82169"/>
                    <a:pt x="7789672" y="91059"/>
                  </a:cubicBezTo>
                  <a:cubicBezTo>
                    <a:pt x="7793355" y="99949"/>
                    <a:pt x="7796149" y="109220"/>
                    <a:pt x="7798054" y="118745"/>
                  </a:cubicBezTo>
                  <a:cubicBezTo>
                    <a:pt x="7799959" y="128270"/>
                    <a:pt x="7800848" y="137922"/>
                    <a:pt x="7800848" y="147574"/>
                  </a:cubicBezTo>
                  <a:lnTo>
                    <a:pt x="7800848" y="1366774"/>
                  </a:lnTo>
                  <a:cubicBezTo>
                    <a:pt x="7800848" y="1376426"/>
                    <a:pt x="7799959" y="1386078"/>
                    <a:pt x="7798054" y="1395603"/>
                  </a:cubicBezTo>
                  <a:cubicBezTo>
                    <a:pt x="7796149" y="1405128"/>
                    <a:pt x="7793355" y="1414399"/>
                    <a:pt x="7789672" y="1423289"/>
                  </a:cubicBezTo>
                  <a:cubicBezTo>
                    <a:pt x="7785989" y="1432179"/>
                    <a:pt x="7781417" y="1440815"/>
                    <a:pt x="7776083" y="1448816"/>
                  </a:cubicBezTo>
                  <a:cubicBezTo>
                    <a:pt x="7770749" y="1456817"/>
                    <a:pt x="7764526" y="1464310"/>
                    <a:pt x="7757668" y="1471168"/>
                  </a:cubicBezTo>
                  <a:cubicBezTo>
                    <a:pt x="7750810" y="1478026"/>
                    <a:pt x="7743317" y="1484122"/>
                    <a:pt x="7735316" y="1489456"/>
                  </a:cubicBezTo>
                  <a:cubicBezTo>
                    <a:pt x="7727315" y="1494790"/>
                    <a:pt x="7718806" y="1499362"/>
                    <a:pt x="7709789" y="1503172"/>
                  </a:cubicBezTo>
                  <a:cubicBezTo>
                    <a:pt x="7700772" y="1506982"/>
                    <a:pt x="7691628" y="1509649"/>
                    <a:pt x="7682103" y="1511554"/>
                  </a:cubicBezTo>
                  <a:cubicBezTo>
                    <a:pt x="7672578" y="1513459"/>
                    <a:pt x="7663053" y="1514348"/>
                    <a:pt x="7653274" y="1514348"/>
                  </a:cubicBezTo>
                  <a:lnTo>
                    <a:pt x="147574" y="1514348"/>
                  </a:lnTo>
                  <a:cubicBezTo>
                    <a:pt x="137922" y="1514348"/>
                    <a:pt x="128270" y="1513332"/>
                    <a:pt x="118745" y="1511554"/>
                  </a:cubicBezTo>
                  <a:cubicBezTo>
                    <a:pt x="109220" y="1509776"/>
                    <a:pt x="99949" y="1506855"/>
                    <a:pt x="91059" y="1503172"/>
                  </a:cubicBezTo>
                  <a:cubicBezTo>
                    <a:pt x="82169" y="1499489"/>
                    <a:pt x="73533" y="1494917"/>
                    <a:pt x="65532" y="1489456"/>
                  </a:cubicBezTo>
                  <a:cubicBezTo>
                    <a:pt x="57531" y="1483995"/>
                    <a:pt x="50038" y="1477899"/>
                    <a:pt x="43180" y="1471168"/>
                  </a:cubicBezTo>
                  <a:cubicBezTo>
                    <a:pt x="36322" y="1464437"/>
                    <a:pt x="30226" y="1456817"/>
                    <a:pt x="24765" y="1448816"/>
                  </a:cubicBezTo>
                  <a:cubicBezTo>
                    <a:pt x="19304" y="1440815"/>
                    <a:pt x="14859" y="1432179"/>
                    <a:pt x="11176" y="1423289"/>
                  </a:cubicBezTo>
                  <a:cubicBezTo>
                    <a:pt x="7493" y="1414399"/>
                    <a:pt x="4699" y="1405128"/>
                    <a:pt x="2794" y="1395603"/>
                  </a:cubicBezTo>
                  <a:cubicBezTo>
                    <a:pt x="889" y="1386078"/>
                    <a:pt x="0" y="1376553"/>
                    <a:pt x="0" y="1366774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7810373" cy="1523746"/>
            </a:xfrm>
            <a:custGeom>
              <a:avLst/>
              <a:gdLst/>
              <a:ahLst/>
              <a:cxnLst/>
              <a:rect r="r" b="b" t="t" l="l"/>
              <a:pathLst>
                <a:path h="1523746" w="7810373">
                  <a:moveTo>
                    <a:pt x="0" y="1371600"/>
                  </a:moveTo>
                  <a:lnTo>
                    <a:pt x="0" y="152400"/>
                  </a:lnTo>
                  <a:lnTo>
                    <a:pt x="4826" y="152400"/>
                  </a:lnTo>
                  <a:lnTo>
                    <a:pt x="0" y="152400"/>
                  </a:lnTo>
                  <a:cubicBezTo>
                    <a:pt x="0" y="142367"/>
                    <a:pt x="1016" y="132461"/>
                    <a:pt x="2921" y="122682"/>
                  </a:cubicBezTo>
                  <a:cubicBezTo>
                    <a:pt x="4826" y="112903"/>
                    <a:pt x="7747" y="103378"/>
                    <a:pt x="11557" y="94107"/>
                  </a:cubicBezTo>
                  <a:lnTo>
                    <a:pt x="16002" y="95885"/>
                  </a:lnTo>
                  <a:lnTo>
                    <a:pt x="11557" y="94107"/>
                  </a:lnTo>
                  <a:cubicBezTo>
                    <a:pt x="15367" y="84836"/>
                    <a:pt x="20066" y="76073"/>
                    <a:pt x="25654" y="67818"/>
                  </a:cubicBezTo>
                  <a:lnTo>
                    <a:pt x="29591" y="70485"/>
                  </a:lnTo>
                  <a:lnTo>
                    <a:pt x="25654" y="67818"/>
                  </a:lnTo>
                  <a:cubicBezTo>
                    <a:pt x="31242" y="59563"/>
                    <a:pt x="37592" y="51816"/>
                    <a:pt x="44577" y="44704"/>
                  </a:cubicBezTo>
                  <a:lnTo>
                    <a:pt x="47879" y="48133"/>
                  </a:lnTo>
                  <a:lnTo>
                    <a:pt x="44450" y="44831"/>
                  </a:lnTo>
                  <a:cubicBezTo>
                    <a:pt x="51562" y="37719"/>
                    <a:pt x="59182" y="31369"/>
                    <a:pt x="67564" y="25908"/>
                  </a:cubicBezTo>
                  <a:lnTo>
                    <a:pt x="70231" y="29845"/>
                  </a:lnTo>
                  <a:lnTo>
                    <a:pt x="67564" y="25908"/>
                  </a:lnTo>
                  <a:cubicBezTo>
                    <a:pt x="75946" y="20320"/>
                    <a:pt x="84709" y="15621"/>
                    <a:pt x="93853" y="11811"/>
                  </a:cubicBezTo>
                  <a:lnTo>
                    <a:pt x="95631" y="16256"/>
                  </a:lnTo>
                  <a:lnTo>
                    <a:pt x="93853" y="11811"/>
                  </a:lnTo>
                  <a:cubicBezTo>
                    <a:pt x="103124" y="8001"/>
                    <a:pt x="112649" y="5080"/>
                    <a:pt x="122428" y="3175"/>
                  </a:cubicBezTo>
                  <a:lnTo>
                    <a:pt x="123317" y="7874"/>
                  </a:lnTo>
                  <a:lnTo>
                    <a:pt x="122428" y="3175"/>
                  </a:lnTo>
                  <a:cubicBezTo>
                    <a:pt x="132461" y="1016"/>
                    <a:pt x="142367" y="0"/>
                    <a:pt x="152400" y="0"/>
                  </a:cubicBezTo>
                  <a:lnTo>
                    <a:pt x="152400" y="4826"/>
                  </a:lnTo>
                  <a:lnTo>
                    <a:pt x="152400" y="0"/>
                  </a:lnTo>
                  <a:lnTo>
                    <a:pt x="7658100" y="0"/>
                  </a:lnTo>
                  <a:lnTo>
                    <a:pt x="7658100" y="4826"/>
                  </a:lnTo>
                  <a:lnTo>
                    <a:pt x="7658100" y="0"/>
                  </a:lnTo>
                  <a:cubicBezTo>
                    <a:pt x="7668133" y="0"/>
                    <a:pt x="7678039" y="1016"/>
                    <a:pt x="7687818" y="2921"/>
                  </a:cubicBezTo>
                  <a:lnTo>
                    <a:pt x="7686929" y="7620"/>
                  </a:lnTo>
                  <a:lnTo>
                    <a:pt x="7687818" y="2921"/>
                  </a:lnTo>
                  <a:cubicBezTo>
                    <a:pt x="7697597" y="4826"/>
                    <a:pt x="7707122" y="7747"/>
                    <a:pt x="7716393" y="11557"/>
                  </a:cubicBezTo>
                  <a:lnTo>
                    <a:pt x="7714615" y="16002"/>
                  </a:lnTo>
                  <a:lnTo>
                    <a:pt x="7716393" y="11557"/>
                  </a:lnTo>
                  <a:cubicBezTo>
                    <a:pt x="7725664" y="15367"/>
                    <a:pt x="7734427" y="20066"/>
                    <a:pt x="7742682" y="25654"/>
                  </a:cubicBezTo>
                  <a:lnTo>
                    <a:pt x="7740015" y="29591"/>
                  </a:lnTo>
                  <a:lnTo>
                    <a:pt x="7742682" y="25654"/>
                  </a:lnTo>
                  <a:cubicBezTo>
                    <a:pt x="7751064" y="31242"/>
                    <a:pt x="7758684" y="37592"/>
                    <a:pt x="7765796" y="44577"/>
                  </a:cubicBezTo>
                  <a:lnTo>
                    <a:pt x="7762367" y="47879"/>
                  </a:lnTo>
                  <a:lnTo>
                    <a:pt x="7765796" y="44450"/>
                  </a:lnTo>
                  <a:cubicBezTo>
                    <a:pt x="7772908" y="51562"/>
                    <a:pt x="7779131" y="59182"/>
                    <a:pt x="7784719" y="67564"/>
                  </a:cubicBezTo>
                  <a:lnTo>
                    <a:pt x="7780782" y="70231"/>
                  </a:lnTo>
                  <a:lnTo>
                    <a:pt x="7784719" y="67564"/>
                  </a:lnTo>
                  <a:cubicBezTo>
                    <a:pt x="7790307" y="75819"/>
                    <a:pt x="7795006" y="84709"/>
                    <a:pt x="7798816" y="93980"/>
                  </a:cubicBezTo>
                  <a:lnTo>
                    <a:pt x="7794371" y="95758"/>
                  </a:lnTo>
                  <a:lnTo>
                    <a:pt x="7798816" y="93980"/>
                  </a:lnTo>
                  <a:cubicBezTo>
                    <a:pt x="7802626" y="103251"/>
                    <a:pt x="7805547" y="112776"/>
                    <a:pt x="7807452" y="122555"/>
                  </a:cubicBezTo>
                  <a:lnTo>
                    <a:pt x="7802753" y="123444"/>
                  </a:lnTo>
                  <a:lnTo>
                    <a:pt x="7807452" y="122555"/>
                  </a:lnTo>
                  <a:cubicBezTo>
                    <a:pt x="7809357" y="132334"/>
                    <a:pt x="7810373" y="142240"/>
                    <a:pt x="7810373" y="152273"/>
                  </a:cubicBezTo>
                  <a:lnTo>
                    <a:pt x="7810373" y="1371473"/>
                  </a:lnTo>
                  <a:cubicBezTo>
                    <a:pt x="7810373" y="1381506"/>
                    <a:pt x="7809357" y="1391412"/>
                    <a:pt x="7807452" y="1401191"/>
                  </a:cubicBezTo>
                  <a:lnTo>
                    <a:pt x="7802753" y="1400302"/>
                  </a:lnTo>
                  <a:lnTo>
                    <a:pt x="7807452" y="1401191"/>
                  </a:lnTo>
                  <a:cubicBezTo>
                    <a:pt x="7805547" y="1410970"/>
                    <a:pt x="7802626" y="1420495"/>
                    <a:pt x="7798816" y="1429766"/>
                  </a:cubicBezTo>
                  <a:cubicBezTo>
                    <a:pt x="7795006" y="1439037"/>
                    <a:pt x="7790307" y="1447800"/>
                    <a:pt x="7784719" y="1456055"/>
                  </a:cubicBezTo>
                  <a:lnTo>
                    <a:pt x="7780782" y="1453388"/>
                  </a:lnTo>
                  <a:lnTo>
                    <a:pt x="7784719" y="1456055"/>
                  </a:lnTo>
                  <a:cubicBezTo>
                    <a:pt x="7779131" y="1464437"/>
                    <a:pt x="7772781" y="1472057"/>
                    <a:pt x="7765796" y="1479169"/>
                  </a:cubicBezTo>
                  <a:cubicBezTo>
                    <a:pt x="7758684" y="1486281"/>
                    <a:pt x="7751064" y="1492504"/>
                    <a:pt x="7742682" y="1498092"/>
                  </a:cubicBezTo>
                  <a:lnTo>
                    <a:pt x="7740015" y="1494155"/>
                  </a:lnTo>
                  <a:lnTo>
                    <a:pt x="7742682" y="1498092"/>
                  </a:lnTo>
                  <a:cubicBezTo>
                    <a:pt x="7734300" y="1503680"/>
                    <a:pt x="7725537" y="1508379"/>
                    <a:pt x="7716266" y="1512189"/>
                  </a:cubicBezTo>
                  <a:lnTo>
                    <a:pt x="7714488" y="1507744"/>
                  </a:lnTo>
                  <a:lnTo>
                    <a:pt x="7716266" y="1512189"/>
                  </a:lnTo>
                  <a:cubicBezTo>
                    <a:pt x="7706995" y="1515999"/>
                    <a:pt x="7697470" y="1518920"/>
                    <a:pt x="7687691" y="1520825"/>
                  </a:cubicBezTo>
                  <a:cubicBezTo>
                    <a:pt x="7677912" y="1522730"/>
                    <a:pt x="7668006" y="1523746"/>
                    <a:pt x="7657973" y="1523746"/>
                  </a:cubicBezTo>
                  <a:lnTo>
                    <a:pt x="152400" y="1523746"/>
                  </a:lnTo>
                  <a:cubicBezTo>
                    <a:pt x="142367" y="1523746"/>
                    <a:pt x="132461" y="1522730"/>
                    <a:pt x="122682" y="1520825"/>
                  </a:cubicBezTo>
                  <a:cubicBezTo>
                    <a:pt x="112903" y="1518920"/>
                    <a:pt x="103378" y="1515999"/>
                    <a:pt x="94107" y="1512189"/>
                  </a:cubicBezTo>
                  <a:lnTo>
                    <a:pt x="95885" y="1507744"/>
                  </a:lnTo>
                  <a:lnTo>
                    <a:pt x="94107" y="1512189"/>
                  </a:lnTo>
                  <a:cubicBezTo>
                    <a:pt x="84836" y="1508379"/>
                    <a:pt x="76073" y="1503680"/>
                    <a:pt x="67691" y="1498092"/>
                  </a:cubicBezTo>
                  <a:lnTo>
                    <a:pt x="70358" y="1494155"/>
                  </a:lnTo>
                  <a:lnTo>
                    <a:pt x="67691" y="1498092"/>
                  </a:lnTo>
                  <a:cubicBezTo>
                    <a:pt x="59309" y="1492504"/>
                    <a:pt x="51689" y="1486281"/>
                    <a:pt x="44577" y="1479169"/>
                  </a:cubicBezTo>
                  <a:cubicBezTo>
                    <a:pt x="37465" y="1472057"/>
                    <a:pt x="31242" y="1464437"/>
                    <a:pt x="25654" y="1456055"/>
                  </a:cubicBezTo>
                  <a:lnTo>
                    <a:pt x="29591" y="1453388"/>
                  </a:lnTo>
                  <a:lnTo>
                    <a:pt x="25654" y="1456055"/>
                  </a:lnTo>
                  <a:cubicBezTo>
                    <a:pt x="20066" y="1447800"/>
                    <a:pt x="15367" y="1438910"/>
                    <a:pt x="11557" y="1429766"/>
                  </a:cubicBezTo>
                  <a:lnTo>
                    <a:pt x="16002" y="1427988"/>
                  </a:lnTo>
                  <a:lnTo>
                    <a:pt x="11557" y="1429766"/>
                  </a:lnTo>
                  <a:cubicBezTo>
                    <a:pt x="7747" y="1420495"/>
                    <a:pt x="4826" y="1410970"/>
                    <a:pt x="2921" y="1401191"/>
                  </a:cubicBezTo>
                  <a:cubicBezTo>
                    <a:pt x="1016" y="1391539"/>
                    <a:pt x="0" y="1381633"/>
                    <a:pt x="0" y="1371600"/>
                  </a:cubicBezTo>
                  <a:lnTo>
                    <a:pt x="4826" y="1371600"/>
                  </a:lnTo>
                  <a:lnTo>
                    <a:pt x="0" y="1371600"/>
                  </a:lnTo>
                  <a:moveTo>
                    <a:pt x="9525" y="1371600"/>
                  </a:moveTo>
                  <a:cubicBezTo>
                    <a:pt x="9525" y="1380998"/>
                    <a:pt x="10414" y="1390269"/>
                    <a:pt x="12319" y="1399413"/>
                  </a:cubicBezTo>
                  <a:lnTo>
                    <a:pt x="7620" y="1400302"/>
                  </a:lnTo>
                  <a:lnTo>
                    <a:pt x="12319" y="1399413"/>
                  </a:lnTo>
                  <a:cubicBezTo>
                    <a:pt x="14097" y="1408557"/>
                    <a:pt x="16891" y="1417574"/>
                    <a:pt x="20447" y="1426210"/>
                  </a:cubicBezTo>
                  <a:cubicBezTo>
                    <a:pt x="24003" y="1434846"/>
                    <a:pt x="28448" y="1443101"/>
                    <a:pt x="33655" y="1450848"/>
                  </a:cubicBezTo>
                  <a:cubicBezTo>
                    <a:pt x="38862" y="1458722"/>
                    <a:pt x="44831" y="1465834"/>
                    <a:pt x="51435" y="1472565"/>
                  </a:cubicBezTo>
                  <a:lnTo>
                    <a:pt x="48006" y="1475867"/>
                  </a:lnTo>
                  <a:lnTo>
                    <a:pt x="51435" y="1472438"/>
                  </a:lnTo>
                  <a:cubicBezTo>
                    <a:pt x="58039" y="1479042"/>
                    <a:pt x="65278" y="1485011"/>
                    <a:pt x="73025" y="1490218"/>
                  </a:cubicBezTo>
                  <a:cubicBezTo>
                    <a:pt x="80772" y="1495425"/>
                    <a:pt x="89027" y="1499870"/>
                    <a:pt x="97663" y="1503426"/>
                  </a:cubicBezTo>
                  <a:cubicBezTo>
                    <a:pt x="106299" y="1506982"/>
                    <a:pt x="115316" y="1509776"/>
                    <a:pt x="124460" y="1511554"/>
                  </a:cubicBezTo>
                  <a:lnTo>
                    <a:pt x="123571" y="1516253"/>
                  </a:lnTo>
                  <a:lnTo>
                    <a:pt x="124460" y="1511554"/>
                  </a:lnTo>
                  <a:cubicBezTo>
                    <a:pt x="133604" y="1513332"/>
                    <a:pt x="143002" y="1514348"/>
                    <a:pt x="152400" y="1514348"/>
                  </a:cubicBezTo>
                  <a:lnTo>
                    <a:pt x="152400" y="1519047"/>
                  </a:lnTo>
                  <a:lnTo>
                    <a:pt x="152400" y="1514221"/>
                  </a:lnTo>
                  <a:lnTo>
                    <a:pt x="7658100" y="1514221"/>
                  </a:lnTo>
                  <a:lnTo>
                    <a:pt x="7658100" y="1519047"/>
                  </a:lnTo>
                  <a:lnTo>
                    <a:pt x="7658100" y="1514348"/>
                  </a:lnTo>
                  <a:cubicBezTo>
                    <a:pt x="7667498" y="1514348"/>
                    <a:pt x="7676769" y="1513459"/>
                    <a:pt x="7686040" y="1511554"/>
                  </a:cubicBezTo>
                  <a:lnTo>
                    <a:pt x="7686929" y="1516253"/>
                  </a:lnTo>
                  <a:lnTo>
                    <a:pt x="7686040" y="1511554"/>
                  </a:lnTo>
                  <a:cubicBezTo>
                    <a:pt x="7695184" y="1509776"/>
                    <a:pt x="7704201" y="1506982"/>
                    <a:pt x="7712837" y="1503426"/>
                  </a:cubicBezTo>
                  <a:cubicBezTo>
                    <a:pt x="7721473" y="1499870"/>
                    <a:pt x="7729728" y="1495425"/>
                    <a:pt x="7737475" y="1490218"/>
                  </a:cubicBezTo>
                  <a:cubicBezTo>
                    <a:pt x="7745222" y="1485011"/>
                    <a:pt x="7752461" y="1479042"/>
                    <a:pt x="7759065" y="1472438"/>
                  </a:cubicBezTo>
                  <a:lnTo>
                    <a:pt x="7762494" y="1475867"/>
                  </a:lnTo>
                  <a:lnTo>
                    <a:pt x="7759065" y="1472565"/>
                  </a:lnTo>
                  <a:cubicBezTo>
                    <a:pt x="7765669" y="1465961"/>
                    <a:pt x="7771638" y="1458722"/>
                    <a:pt x="7776845" y="1450848"/>
                  </a:cubicBezTo>
                  <a:cubicBezTo>
                    <a:pt x="7782052" y="1443101"/>
                    <a:pt x="7786497" y="1434846"/>
                    <a:pt x="7790053" y="1426083"/>
                  </a:cubicBezTo>
                  <a:lnTo>
                    <a:pt x="7794498" y="1427861"/>
                  </a:lnTo>
                  <a:lnTo>
                    <a:pt x="7790053" y="1426083"/>
                  </a:lnTo>
                  <a:cubicBezTo>
                    <a:pt x="7793609" y="1417447"/>
                    <a:pt x="7796403" y="1408557"/>
                    <a:pt x="7798181" y="1399286"/>
                  </a:cubicBezTo>
                  <a:cubicBezTo>
                    <a:pt x="7799959" y="1390142"/>
                    <a:pt x="7800975" y="1380871"/>
                    <a:pt x="7800975" y="1371473"/>
                  </a:cubicBezTo>
                  <a:lnTo>
                    <a:pt x="7805674" y="1371473"/>
                  </a:lnTo>
                  <a:lnTo>
                    <a:pt x="7800848" y="1371473"/>
                  </a:lnTo>
                  <a:lnTo>
                    <a:pt x="7800848" y="152400"/>
                  </a:lnTo>
                  <a:lnTo>
                    <a:pt x="7805674" y="152400"/>
                  </a:lnTo>
                  <a:lnTo>
                    <a:pt x="7800975" y="152400"/>
                  </a:lnTo>
                  <a:cubicBezTo>
                    <a:pt x="7800975" y="143002"/>
                    <a:pt x="7800086" y="133731"/>
                    <a:pt x="7798181" y="124460"/>
                  </a:cubicBezTo>
                  <a:cubicBezTo>
                    <a:pt x="7796403" y="115316"/>
                    <a:pt x="7793609" y="106299"/>
                    <a:pt x="7790053" y="97663"/>
                  </a:cubicBezTo>
                  <a:cubicBezTo>
                    <a:pt x="7786497" y="89027"/>
                    <a:pt x="7782052" y="80772"/>
                    <a:pt x="7776845" y="72898"/>
                  </a:cubicBezTo>
                  <a:cubicBezTo>
                    <a:pt x="7771638" y="65151"/>
                    <a:pt x="7765669" y="57912"/>
                    <a:pt x="7759065" y="51308"/>
                  </a:cubicBezTo>
                  <a:cubicBezTo>
                    <a:pt x="7752461" y="44704"/>
                    <a:pt x="7745222" y="38735"/>
                    <a:pt x="7737475" y="33528"/>
                  </a:cubicBezTo>
                  <a:cubicBezTo>
                    <a:pt x="7729728" y="28321"/>
                    <a:pt x="7721473" y="23876"/>
                    <a:pt x="7712710" y="20320"/>
                  </a:cubicBezTo>
                  <a:cubicBezTo>
                    <a:pt x="7704074" y="16764"/>
                    <a:pt x="7695057" y="13970"/>
                    <a:pt x="7685913" y="12192"/>
                  </a:cubicBezTo>
                  <a:cubicBezTo>
                    <a:pt x="7676769" y="10414"/>
                    <a:pt x="7667371" y="9398"/>
                    <a:pt x="7657973" y="9398"/>
                  </a:cubicBezTo>
                  <a:lnTo>
                    <a:pt x="152400" y="9398"/>
                  </a:lnTo>
                  <a:cubicBezTo>
                    <a:pt x="143002" y="9398"/>
                    <a:pt x="133731" y="10287"/>
                    <a:pt x="124587" y="12192"/>
                  </a:cubicBezTo>
                  <a:cubicBezTo>
                    <a:pt x="115443" y="13970"/>
                    <a:pt x="106426" y="16764"/>
                    <a:pt x="97790" y="20320"/>
                  </a:cubicBezTo>
                  <a:cubicBezTo>
                    <a:pt x="89154" y="23876"/>
                    <a:pt x="80899" y="28321"/>
                    <a:pt x="73025" y="33528"/>
                  </a:cubicBezTo>
                  <a:cubicBezTo>
                    <a:pt x="65151" y="38735"/>
                    <a:pt x="58039" y="44704"/>
                    <a:pt x="51435" y="51308"/>
                  </a:cubicBezTo>
                  <a:cubicBezTo>
                    <a:pt x="44831" y="57912"/>
                    <a:pt x="38862" y="65151"/>
                    <a:pt x="33655" y="72898"/>
                  </a:cubicBezTo>
                  <a:cubicBezTo>
                    <a:pt x="28448" y="80645"/>
                    <a:pt x="24003" y="88900"/>
                    <a:pt x="20447" y="97536"/>
                  </a:cubicBezTo>
                  <a:cubicBezTo>
                    <a:pt x="16891" y="106172"/>
                    <a:pt x="14097" y="115189"/>
                    <a:pt x="12319" y="124333"/>
                  </a:cubicBezTo>
                  <a:lnTo>
                    <a:pt x="7620" y="123444"/>
                  </a:lnTo>
                  <a:lnTo>
                    <a:pt x="12319" y="124333"/>
                  </a:lnTo>
                  <a:cubicBezTo>
                    <a:pt x="10541" y="133477"/>
                    <a:pt x="9525" y="142875"/>
                    <a:pt x="9525" y="152273"/>
                  </a:cubicBezTo>
                  <a:lnTo>
                    <a:pt x="9525" y="1371473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76102" y="4568875"/>
            <a:ext cx="6518896" cy="371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4"/>
              </a:lnSpc>
            </a:pPr>
            <a:r>
              <a:rPr lang="en-US" sz="2060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스테이션별 부품 키트를 라인 옆에 채워 라인이 멈추지 않게 함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7005" y="6564128"/>
            <a:ext cx="8139543" cy="371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4"/>
              </a:lnSpc>
            </a:pPr>
            <a:r>
              <a:rPr lang="en-US" sz="2060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배출 포트에서 NG → 재작업, 보류 → 격리, OK → 출하. 시뮬레이션 시연 대상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78254" y="6553225"/>
            <a:ext cx="3458025" cy="371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4"/>
              </a:lnSpc>
            </a:pPr>
            <a:r>
              <a:rPr lang="en-US" sz="2060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그리스·볼트·씰 잔량에 따라 보충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78254" y="4568875"/>
            <a:ext cx="7003328" cy="371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4"/>
              </a:lnSpc>
            </a:pPr>
            <a:r>
              <a:rPr lang="en-US" sz="2060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하우징 팔레트를 라인에 올릴 때 제품 ID 대조, 불일치는 투입 안 함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6102" y="4004194"/>
            <a:ext cx="2829923" cy="501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b="true" sz="2747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① 라인 사이드 공급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7005" y="6010350"/>
            <a:ext cx="4033137" cy="501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b="true" sz="2747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③ NG 반출 · 검사 결과 분기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78254" y="4004194"/>
            <a:ext cx="2111054" cy="501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b="true" sz="2747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② 오투입 차단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78254" y="5999447"/>
            <a:ext cx="3069779" cy="501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b="true" sz="2747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④ 소모품 보급 (확장)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163800" y="9380868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18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9048" y="1200150"/>
            <a:ext cx="5635485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b="true" sz="2499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05 · 첨단 이송 시스템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1928" y="1475105"/>
            <a:ext cx="1109295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라인</a:t>
            </a:r>
            <a:r>
              <a:rPr lang="en-US" b="true" sz="5199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내부는 컨베이어, 외부 물류는 AMR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585825"/>
            <a:ext cx="5487851" cy="2740289"/>
            <a:chOff x="0" y="0"/>
            <a:chExt cx="4794250" cy="2393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8326" y="68326"/>
              <a:ext cx="4657598" cy="2257425"/>
            </a:xfrm>
            <a:custGeom>
              <a:avLst/>
              <a:gdLst/>
              <a:ahLst/>
              <a:cxnLst/>
              <a:rect r="r" b="b" t="t" l="l"/>
              <a:pathLst>
                <a:path h="2257425" w="4657598">
                  <a:moveTo>
                    <a:pt x="0" y="2109724"/>
                  </a:moveTo>
                  <a:lnTo>
                    <a:pt x="0" y="147574"/>
                  </a:lnTo>
                  <a:cubicBezTo>
                    <a:pt x="0" y="137922"/>
                    <a:pt x="889" y="128270"/>
                    <a:pt x="2794" y="118745"/>
                  </a:cubicBezTo>
                  <a:cubicBezTo>
                    <a:pt x="4699" y="109220"/>
                    <a:pt x="7493" y="99949"/>
                    <a:pt x="11176" y="91059"/>
                  </a:cubicBezTo>
                  <a:cubicBezTo>
                    <a:pt x="14859" y="82169"/>
                    <a:pt x="19431" y="73533"/>
                    <a:pt x="24765" y="65532"/>
                  </a:cubicBezTo>
                  <a:cubicBezTo>
                    <a:pt x="30099" y="57531"/>
                    <a:pt x="36322" y="50038"/>
                    <a:pt x="43180" y="43180"/>
                  </a:cubicBezTo>
                  <a:cubicBezTo>
                    <a:pt x="50038" y="36322"/>
                    <a:pt x="57531" y="30226"/>
                    <a:pt x="65532" y="24765"/>
                  </a:cubicBezTo>
                  <a:cubicBezTo>
                    <a:pt x="73533" y="19304"/>
                    <a:pt x="82042" y="14859"/>
                    <a:pt x="91059" y="11176"/>
                  </a:cubicBezTo>
                  <a:cubicBezTo>
                    <a:pt x="100076" y="7493"/>
                    <a:pt x="109220" y="4699"/>
                    <a:pt x="118745" y="2794"/>
                  </a:cubicBezTo>
                  <a:cubicBezTo>
                    <a:pt x="128270" y="889"/>
                    <a:pt x="137795" y="0"/>
                    <a:pt x="147574" y="0"/>
                  </a:cubicBezTo>
                  <a:lnTo>
                    <a:pt x="4510024" y="0"/>
                  </a:lnTo>
                  <a:cubicBezTo>
                    <a:pt x="4519676" y="0"/>
                    <a:pt x="4529328" y="889"/>
                    <a:pt x="4538853" y="2794"/>
                  </a:cubicBezTo>
                  <a:cubicBezTo>
                    <a:pt x="4548378" y="4699"/>
                    <a:pt x="4557649" y="7493"/>
                    <a:pt x="4566539" y="11176"/>
                  </a:cubicBezTo>
                  <a:cubicBezTo>
                    <a:pt x="4575429" y="14859"/>
                    <a:pt x="4584065" y="19431"/>
                    <a:pt x="4592066" y="24765"/>
                  </a:cubicBezTo>
                  <a:cubicBezTo>
                    <a:pt x="4600067" y="30099"/>
                    <a:pt x="4607560" y="36322"/>
                    <a:pt x="4614418" y="43180"/>
                  </a:cubicBezTo>
                  <a:cubicBezTo>
                    <a:pt x="4621276" y="50038"/>
                    <a:pt x="4627372" y="57531"/>
                    <a:pt x="4632833" y="65532"/>
                  </a:cubicBezTo>
                  <a:cubicBezTo>
                    <a:pt x="4638294" y="73533"/>
                    <a:pt x="4642739" y="82169"/>
                    <a:pt x="4646422" y="91059"/>
                  </a:cubicBezTo>
                  <a:cubicBezTo>
                    <a:pt x="4650105" y="99949"/>
                    <a:pt x="4652899" y="109220"/>
                    <a:pt x="4654804" y="118745"/>
                  </a:cubicBezTo>
                  <a:cubicBezTo>
                    <a:pt x="4656709" y="128270"/>
                    <a:pt x="4657598" y="137795"/>
                    <a:pt x="4657598" y="147574"/>
                  </a:cubicBezTo>
                  <a:lnTo>
                    <a:pt x="4657598" y="2109724"/>
                  </a:lnTo>
                  <a:cubicBezTo>
                    <a:pt x="4657598" y="2119376"/>
                    <a:pt x="4656709" y="2129028"/>
                    <a:pt x="4654804" y="2138553"/>
                  </a:cubicBezTo>
                  <a:cubicBezTo>
                    <a:pt x="4652899" y="2148078"/>
                    <a:pt x="4650105" y="2157349"/>
                    <a:pt x="4646422" y="2166239"/>
                  </a:cubicBezTo>
                  <a:cubicBezTo>
                    <a:pt x="4642739" y="2175129"/>
                    <a:pt x="4638167" y="2183638"/>
                    <a:pt x="4632833" y="2191766"/>
                  </a:cubicBezTo>
                  <a:cubicBezTo>
                    <a:pt x="4627499" y="2199894"/>
                    <a:pt x="4621276" y="2207260"/>
                    <a:pt x="4614418" y="2214118"/>
                  </a:cubicBezTo>
                  <a:cubicBezTo>
                    <a:pt x="4607560" y="2220976"/>
                    <a:pt x="4600067" y="2227072"/>
                    <a:pt x="4592066" y="2232533"/>
                  </a:cubicBezTo>
                  <a:cubicBezTo>
                    <a:pt x="4584065" y="2237994"/>
                    <a:pt x="4575556" y="2242439"/>
                    <a:pt x="4566539" y="2246122"/>
                  </a:cubicBezTo>
                  <a:cubicBezTo>
                    <a:pt x="4557522" y="2249805"/>
                    <a:pt x="4548378" y="2252599"/>
                    <a:pt x="4538853" y="2254504"/>
                  </a:cubicBezTo>
                  <a:cubicBezTo>
                    <a:pt x="4529328" y="2256409"/>
                    <a:pt x="4519803" y="2257298"/>
                    <a:pt x="4510024" y="2257425"/>
                  </a:cubicBezTo>
                  <a:lnTo>
                    <a:pt x="147574" y="2257425"/>
                  </a:lnTo>
                  <a:cubicBezTo>
                    <a:pt x="137922" y="2257425"/>
                    <a:pt x="128270" y="2256409"/>
                    <a:pt x="118745" y="2254504"/>
                  </a:cubicBezTo>
                  <a:cubicBezTo>
                    <a:pt x="109220" y="2252599"/>
                    <a:pt x="99949" y="2249805"/>
                    <a:pt x="91059" y="2246122"/>
                  </a:cubicBezTo>
                  <a:cubicBezTo>
                    <a:pt x="82169" y="2242439"/>
                    <a:pt x="73533" y="2237867"/>
                    <a:pt x="65532" y="2232533"/>
                  </a:cubicBezTo>
                  <a:cubicBezTo>
                    <a:pt x="57531" y="2227199"/>
                    <a:pt x="50038" y="2220976"/>
                    <a:pt x="43180" y="2214118"/>
                  </a:cubicBezTo>
                  <a:cubicBezTo>
                    <a:pt x="36322" y="2207260"/>
                    <a:pt x="30226" y="2199767"/>
                    <a:pt x="24765" y="2191766"/>
                  </a:cubicBezTo>
                  <a:cubicBezTo>
                    <a:pt x="19304" y="2183765"/>
                    <a:pt x="14859" y="2175256"/>
                    <a:pt x="11176" y="2166239"/>
                  </a:cubicBezTo>
                  <a:cubicBezTo>
                    <a:pt x="7493" y="2157222"/>
                    <a:pt x="4699" y="2148078"/>
                    <a:pt x="2794" y="2138553"/>
                  </a:cubicBezTo>
                  <a:cubicBezTo>
                    <a:pt x="889" y="2129028"/>
                    <a:pt x="0" y="2119503"/>
                    <a:pt x="0" y="2109724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4667123" cy="2266823"/>
            </a:xfrm>
            <a:custGeom>
              <a:avLst/>
              <a:gdLst/>
              <a:ahLst/>
              <a:cxnLst/>
              <a:rect r="r" b="b" t="t" l="l"/>
              <a:pathLst>
                <a:path h="2266823" w="4667123">
                  <a:moveTo>
                    <a:pt x="0" y="2114550"/>
                  </a:moveTo>
                  <a:lnTo>
                    <a:pt x="0" y="152400"/>
                  </a:lnTo>
                  <a:lnTo>
                    <a:pt x="4826" y="152400"/>
                  </a:lnTo>
                  <a:lnTo>
                    <a:pt x="0" y="152400"/>
                  </a:lnTo>
                  <a:cubicBezTo>
                    <a:pt x="0" y="142367"/>
                    <a:pt x="1016" y="132461"/>
                    <a:pt x="2921" y="122682"/>
                  </a:cubicBezTo>
                  <a:lnTo>
                    <a:pt x="7620" y="123571"/>
                  </a:lnTo>
                  <a:lnTo>
                    <a:pt x="2921" y="122682"/>
                  </a:lnTo>
                  <a:cubicBezTo>
                    <a:pt x="4826" y="112903"/>
                    <a:pt x="7747" y="103378"/>
                    <a:pt x="11557" y="94107"/>
                  </a:cubicBezTo>
                  <a:cubicBezTo>
                    <a:pt x="15367" y="84836"/>
                    <a:pt x="20066" y="76073"/>
                    <a:pt x="25654" y="67818"/>
                  </a:cubicBezTo>
                  <a:lnTo>
                    <a:pt x="29591" y="70485"/>
                  </a:lnTo>
                  <a:lnTo>
                    <a:pt x="25654" y="67818"/>
                  </a:lnTo>
                  <a:cubicBezTo>
                    <a:pt x="31242" y="59563"/>
                    <a:pt x="37592" y="51816"/>
                    <a:pt x="44577" y="44704"/>
                  </a:cubicBezTo>
                  <a:cubicBezTo>
                    <a:pt x="51689" y="37592"/>
                    <a:pt x="59309" y="31242"/>
                    <a:pt x="67691" y="25781"/>
                  </a:cubicBezTo>
                  <a:cubicBezTo>
                    <a:pt x="75946" y="20193"/>
                    <a:pt x="84836" y="15494"/>
                    <a:pt x="93980" y="11684"/>
                  </a:cubicBezTo>
                  <a:cubicBezTo>
                    <a:pt x="103251" y="7874"/>
                    <a:pt x="112776" y="4953"/>
                    <a:pt x="122555" y="3048"/>
                  </a:cubicBezTo>
                  <a:cubicBezTo>
                    <a:pt x="132461" y="1016"/>
                    <a:pt x="142367" y="0"/>
                    <a:pt x="152400" y="0"/>
                  </a:cubicBezTo>
                  <a:lnTo>
                    <a:pt x="152400" y="4826"/>
                  </a:lnTo>
                  <a:lnTo>
                    <a:pt x="152400" y="0"/>
                  </a:lnTo>
                  <a:lnTo>
                    <a:pt x="4514850" y="0"/>
                  </a:lnTo>
                  <a:lnTo>
                    <a:pt x="4514850" y="4826"/>
                  </a:lnTo>
                  <a:lnTo>
                    <a:pt x="4514850" y="0"/>
                  </a:lnTo>
                  <a:cubicBezTo>
                    <a:pt x="4524883" y="0"/>
                    <a:pt x="4534789" y="1016"/>
                    <a:pt x="4544568" y="2921"/>
                  </a:cubicBezTo>
                  <a:lnTo>
                    <a:pt x="4543679" y="7620"/>
                  </a:lnTo>
                  <a:lnTo>
                    <a:pt x="4544568" y="2921"/>
                  </a:lnTo>
                  <a:cubicBezTo>
                    <a:pt x="4554347" y="4826"/>
                    <a:pt x="4563872" y="7747"/>
                    <a:pt x="4573143" y="11557"/>
                  </a:cubicBezTo>
                  <a:lnTo>
                    <a:pt x="4571365" y="16002"/>
                  </a:lnTo>
                  <a:lnTo>
                    <a:pt x="4573143" y="11557"/>
                  </a:lnTo>
                  <a:cubicBezTo>
                    <a:pt x="4582414" y="15367"/>
                    <a:pt x="4591177" y="20066"/>
                    <a:pt x="4599432" y="25654"/>
                  </a:cubicBezTo>
                  <a:lnTo>
                    <a:pt x="4596765" y="29591"/>
                  </a:lnTo>
                  <a:lnTo>
                    <a:pt x="4599432" y="25654"/>
                  </a:lnTo>
                  <a:cubicBezTo>
                    <a:pt x="4607814" y="31242"/>
                    <a:pt x="4615434" y="37465"/>
                    <a:pt x="4622546" y="44577"/>
                  </a:cubicBezTo>
                  <a:lnTo>
                    <a:pt x="4619117" y="47879"/>
                  </a:lnTo>
                  <a:lnTo>
                    <a:pt x="4622546" y="44577"/>
                  </a:lnTo>
                  <a:cubicBezTo>
                    <a:pt x="4629658" y="51689"/>
                    <a:pt x="4635881" y="59309"/>
                    <a:pt x="4641469" y="67691"/>
                  </a:cubicBezTo>
                  <a:lnTo>
                    <a:pt x="4637532" y="70358"/>
                  </a:lnTo>
                  <a:lnTo>
                    <a:pt x="4641469" y="67691"/>
                  </a:lnTo>
                  <a:cubicBezTo>
                    <a:pt x="4647057" y="75946"/>
                    <a:pt x="4651756" y="84836"/>
                    <a:pt x="4655566" y="93980"/>
                  </a:cubicBezTo>
                  <a:lnTo>
                    <a:pt x="4651121" y="95758"/>
                  </a:lnTo>
                  <a:lnTo>
                    <a:pt x="4655566" y="93980"/>
                  </a:lnTo>
                  <a:cubicBezTo>
                    <a:pt x="4659376" y="103251"/>
                    <a:pt x="4662297" y="112776"/>
                    <a:pt x="4664202" y="122555"/>
                  </a:cubicBezTo>
                  <a:lnTo>
                    <a:pt x="4659503" y="123444"/>
                  </a:lnTo>
                  <a:lnTo>
                    <a:pt x="4664202" y="122555"/>
                  </a:lnTo>
                  <a:cubicBezTo>
                    <a:pt x="4666107" y="132334"/>
                    <a:pt x="4667123" y="142240"/>
                    <a:pt x="4667123" y="152273"/>
                  </a:cubicBezTo>
                  <a:lnTo>
                    <a:pt x="4662297" y="152273"/>
                  </a:lnTo>
                  <a:lnTo>
                    <a:pt x="4667123" y="152273"/>
                  </a:lnTo>
                  <a:lnTo>
                    <a:pt x="4667123" y="2114550"/>
                  </a:lnTo>
                  <a:lnTo>
                    <a:pt x="4662297" y="2114550"/>
                  </a:lnTo>
                  <a:lnTo>
                    <a:pt x="4667123" y="2114550"/>
                  </a:lnTo>
                  <a:cubicBezTo>
                    <a:pt x="4667123" y="2124583"/>
                    <a:pt x="4666107" y="2134489"/>
                    <a:pt x="4664202" y="2144268"/>
                  </a:cubicBezTo>
                  <a:cubicBezTo>
                    <a:pt x="4662297" y="2154047"/>
                    <a:pt x="4659376" y="2163572"/>
                    <a:pt x="4655566" y="2172843"/>
                  </a:cubicBezTo>
                  <a:lnTo>
                    <a:pt x="4651121" y="2171065"/>
                  </a:lnTo>
                  <a:lnTo>
                    <a:pt x="4655566" y="2172843"/>
                  </a:lnTo>
                  <a:cubicBezTo>
                    <a:pt x="4651756" y="2182114"/>
                    <a:pt x="4647057" y="2190877"/>
                    <a:pt x="4641469" y="2199132"/>
                  </a:cubicBezTo>
                  <a:lnTo>
                    <a:pt x="4637532" y="2196465"/>
                  </a:lnTo>
                  <a:lnTo>
                    <a:pt x="4641469" y="2199132"/>
                  </a:lnTo>
                  <a:cubicBezTo>
                    <a:pt x="4635881" y="2207514"/>
                    <a:pt x="4629531" y="2215134"/>
                    <a:pt x="4622546" y="2222246"/>
                  </a:cubicBezTo>
                  <a:lnTo>
                    <a:pt x="4619117" y="2218944"/>
                  </a:lnTo>
                  <a:lnTo>
                    <a:pt x="4622546" y="2222246"/>
                  </a:lnTo>
                  <a:cubicBezTo>
                    <a:pt x="4615434" y="2229358"/>
                    <a:pt x="4607814" y="2235708"/>
                    <a:pt x="4599432" y="2241169"/>
                  </a:cubicBezTo>
                  <a:lnTo>
                    <a:pt x="4596765" y="2237232"/>
                  </a:lnTo>
                  <a:lnTo>
                    <a:pt x="4599432" y="2241169"/>
                  </a:lnTo>
                  <a:cubicBezTo>
                    <a:pt x="4591050" y="2246757"/>
                    <a:pt x="4582287" y="2251456"/>
                    <a:pt x="4573016" y="2255266"/>
                  </a:cubicBezTo>
                  <a:lnTo>
                    <a:pt x="4571238" y="2250821"/>
                  </a:lnTo>
                  <a:lnTo>
                    <a:pt x="4573016" y="2255266"/>
                  </a:lnTo>
                  <a:cubicBezTo>
                    <a:pt x="4563745" y="2259076"/>
                    <a:pt x="4554220" y="2261997"/>
                    <a:pt x="4544441" y="2263902"/>
                  </a:cubicBezTo>
                  <a:cubicBezTo>
                    <a:pt x="4534662" y="2265807"/>
                    <a:pt x="4524756" y="2266823"/>
                    <a:pt x="4514723" y="2266823"/>
                  </a:cubicBezTo>
                  <a:lnTo>
                    <a:pt x="152400" y="2266823"/>
                  </a:lnTo>
                  <a:cubicBezTo>
                    <a:pt x="142367" y="2266823"/>
                    <a:pt x="132461" y="2265807"/>
                    <a:pt x="122682" y="2263902"/>
                  </a:cubicBezTo>
                  <a:cubicBezTo>
                    <a:pt x="112903" y="2261997"/>
                    <a:pt x="103378" y="2259076"/>
                    <a:pt x="94107" y="2255266"/>
                  </a:cubicBezTo>
                  <a:cubicBezTo>
                    <a:pt x="84836" y="2251456"/>
                    <a:pt x="76073" y="2246757"/>
                    <a:pt x="67818" y="2241169"/>
                  </a:cubicBezTo>
                  <a:cubicBezTo>
                    <a:pt x="59436" y="2235581"/>
                    <a:pt x="51816" y="2229358"/>
                    <a:pt x="44704" y="2222246"/>
                  </a:cubicBezTo>
                  <a:cubicBezTo>
                    <a:pt x="37592" y="2215134"/>
                    <a:pt x="31369" y="2207514"/>
                    <a:pt x="25781" y="2199132"/>
                  </a:cubicBezTo>
                  <a:lnTo>
                    <a:pt x="29718" y="2196465"/>
                  </a:lnTo>
                  <a:lnTo>
                    <a:pt x="25781" y="2199132"/>
                  </a:lnTo>
                  <a:cubicBezTo>
                    <a:pt x="20193" y="2190877"/>
                    <a:pt x="15494" y="2181987"/>
                    <a:pt x="11684" y="2172843"/>
                  </a:cubicBezTo>
                  <a:cubicBezTo>
                    <a:pt x="7874" y="2163572"/>
                    <a:pt x="4953" y="2154047"/>
                    <a:pt x="3048" y="2144268"/>
                  </a:cubicBezTo>
                  <a:lnTo>
                    <a:pt x="7747" y="2143379"/>
                  </a:lnTo>
                  <a:lnTo>
                    <a:pt x="3048" y="2144268"/>
                  </a:lnTo>
                  <a:cubicBezTo>
                    <a:pt x="1143" y="2134489"/>
                    <a:pt x="127" y="2124583"/>
                    <a:pt x="127" y="2114550"/>
                  </a:cubicBezTo>
                  <a:lnTo>
                    <a:pt x="4953" y="2114550"/>
                  </a:lnTo>
                  <a:lnTo>
                    <a:pt x="0" y="2114550"/>
                  </a:lnTo>
                  <a:moveTo>
                    <a:pt x="9525" y="2114550"/>
                  </a:moveTo>
                  <a:cubicBezTo>
                    <a:pt x="9525" y="2123948"/>
                    <a:pt x="10414" y="2133219"/>
                    <a:pt x="12319" y="2142363"/>
                  </a:cubicBezTo>
                  <a:cubicBezTo>
                    <a:pt x="14224" y="2151507"/>
                    <a:pt x="16891" y="2160524"/>
                    <a:pt x="20447" y="2169160"/>
                  </a:cubicBezTo>
                  <a:lnTo>
                    <a:pt x="16002" y="2170938"/>
                  </a:lnTo>
                  <a:lnTo>
                    <a:pt x="20447" y="2169160"/>
                  </a:lnTo>
                  <a:cubicBezTo>
                    <a:pt x="24003" y="2177796"/>
                    <a:pt x="28448" y="2186051"/>
                    <a:pt x="33655" y="2193798"/>
                  </a:cubicBezTo>
                  <a:cubicBezTo>
                    <a:pt x="38862" y="2201545"/>
                    <a:pt x="44831" y="2208784"/>
                    <a:pt x="51435" y="2215515"/>
                  </a:cubicBezTo>
                  <a:lnTo>
                    <a:pt x="48006" y="2218817"/>
                  </a:lnTo>
                  <a:lnTo>
                    <a:pt x="51435" y="2215515"/>
                  </a:lnTo>
                  <a:cubicBezTo>
                    <a:pt x="58039" y="2222119"/>
                    <a:pt x="65278" y="2228088"/>
                    <a:pt x="73025" y="2233295"/>
                  </a:cubicBezTo>
                  <a:lnTo>
                    <a:pt x="70358" y="2237232"/>
                  </a:lnTo>
                  <a:lnTo>
                    <a:pt x="73025" y="2233295"/>
                  </a:lnTo>
                  <a:cubicBezTo>
                    <a:pt x="80772" y="2238502"/>
                    <a:pt x="89027" y="2242947"/>
                    <a:pt x="97663" y="2246503"/>
                  </a:cubicBezTo>
                  <a:lnTo>
                    <a:pt x="95885" y="2250948"/>
                  </a:lnTo>
                  <a:lnTo>
                    <a:pt x="97663" y="2246503"/>
                  </a:lnTo>
                  <a:cubicBezTo>
                    <a:pt x="106299" y="2250059"/>
                    <a:pt x="115316" y="2252853"/>
                    <a:pt x="124460" y="2254631"/>
                  </a:cubicBezTo>
                  <a:lnTo>
                    <a:pt x="123571" y="2259330"/>
                  </a:lnTo>
                  <a:lnTo>
                    <a:pt x="124460" y="2254631"/>
                  </a:lnTo>
                  <a:cubicBezTo>
                    <a:pt x="133604" y="2256409"/>
                    <a:pt x="143002" y="2257425"/>
                    <a:pt x="152400" y="2257425"/>
                  </a:cubicBezTo>
                  <a:lnTo>
                    <a:pt x="152400" y="2262124"/>
                  </a:lnTo>
                  <a:lnTo>
                    <a:pt x="152400" y="2257298"/>
                  </a:lnTo>
                  <a:lnTo>
                    <a:pt x="4514850" y="2257298"/>
                  </a:lnTo>
                  <a:lnTo>
                    <a:pt x="4514850" y="2262124"/>
                  </a:lnTo>
                  <a:lnTo>
                    <a:pt x="4514850" y="2257425"/>
                  </a:lnTo>
                  <a:cubicBezTo>
                    <a:pt x="4524248" y="2257425"/>
                    <a:pt x="4533519" y="2256409"/>
                    <a:pt x="4542790" y="2254631"/>
                  </a:cubicBezTo>
                  <a:lnTo>
                    <a:pt x="4543679" y="2259330"/>
                  </a:lnTo>
                  <a:lnTo>
                    <a:pt x="4542790" y="2254631"/>
                  </a:lnTo>
                  <a:cubicBezTo>
                    <a:pt x="4551934" y="2252853"/>
                    <a:pt x="4560951" y="2250059"/>
                    <a:pt x="4569587" y="2246503"/>
                  </a:cubicBezTo>
                  <a:cubicBezTo>
                    <a:pt x="4578223" y="2242947"/>
                    <a:pt x="4586478" y="2238502"/>
                    <a:pt x="4594225" y="2233295"/>
                  </a:cubicBezTo>
                  <a:cubicBezTo>
                    <a:pt x="4601972" y="2228088"/>
                    <a:pt x="4609211" y="2222119"/>
                    <a:pt x="4615815" y="2215515"/>
                  </a:cubicBezTo>
                  <a:cubicBezTo>
                    <a:pt x="4622419" y="2208911"/>
                    <a:pt x="4628388" y="2201672"/>
                    <a:pt x="4633595" y="2193798"/>
                  </a:cubicBezTo>
                  <a:cubicBezTo>
                    <a:pt x="4638802" y="2186051"/>
                    <a:pt x="4643247" y="2177796"/>
                    <a:pt x="4646803" y="2169160"/>
                  </a:cubicBezTo>
                  <a:cubicBezTo>
                    <a:pt x="4650359" y="2160524"/>
                    <a:pt x="4653153" y="2151634"/>
                    <a:pt x="4654931" y="2142363"/>
                  </a:cubicBezTo>
                  <a:lnTo>
                    <a:pt x="4659630" y="2143252"/>
                  </a:lnTo>
                  <a:lnTo>
                    <a:pt x="4654931" y="2142363"/>
                  </a:lnTo>
                  <a:cubicBezTo>
                    <a:pt x="4656709" y="2133219"/>
                    <a:pt x="4657725" y="2123821"/>
                    <a:pt x="4657725" y="2114550"/>
                  </a:cubicBezTo>
                  <a:lnTo>
                    <a:pt x="4657725" y="152400"/>
                  </a:lnTo>
                  <a:cubicBezTo>
                    <a:pt x="4657725" y="143002"/>
                    <a:pt x="4656836" y="133731"/>
                    <a:pt x="4654931" y="124460"/>
                  </a:cubicBezTo>
                  <a:cubicBezTo>
                    <a:pt x="4653153" y="115189"/>
                    <a:pt x="4650359" y="106299"/>
                    <a:pt x="4646803" y="97663"/>
                  </a:cubicBezTo>
                  <a:cubicBezTo>
                    <a:pt x="4643247" y="89027"/>
                    <a:pt x="4638802" y="80772"/>
                    <a:pt x="4633595" y="73025"/>
                  </a:cubicBezTo>
                  <a:cubicBezTo>
                    <a:pt x="4628388" y="65278"/>
                    <a:pt x="4622419" y="58039"/>
                    <a:pt x="4615815" y="51435"/>
                  </a:cubicBezTo>
                  <a:cubicBezTo>
                    <a:pt x="4609211" y="44831"/>
                    <a:pt x="4601972" y="38862"/>
                    <a:pt x="4594225" y="33655"/>
                  </a:cubicBezTo>
                  <a:cubicBezTo>
                    <a:pt x="4586478" y="28448"/>
                    <a:pt x="4578223" y="24003"/>
                    <a:pt x="4569587" y="20447"/>
                  </a:cubicBezTo>
                  <a:cubicBezTo>
                    <a:pt x="4560951" y="16891"/>
                    <a:pt x="4551934" y="14097"/>
                    <a:pt x="4542790" y="12319"/>
                  </a:cubicBezTo>
                  <a:cubicBezTo>
                    <a:pt x="4533646" y="10541"/>
                    <a:pt x="4524248" y="9525"/>
                    <a:pt x="4514977" y="9525"/>
                  </a:cubicBezTo>
                  <a:lnTo>
                    <a:pt x="152400" y="9525"/>
                  </a:lnTo>
                  <a:cubicBezTo>
                    <a:pt x="143002" y="9525"/>
                    <a:pt x="133731" y="10414"/>
                    <a:pt x="124460" y="12319"/>
                  </a:cubicBezTo>
                  <a:lnTo>
                    <a:pt x="123571" y="7620"/>
                  </a:lnTo>
                  <a:lnTo>
                    <a:pt x="124460" y="12319"/>
                  </a:lnTo>
                  <a:cubicBezTo>
                    <a:pt x="115316" y="14097"/>
                    <a:pt x="106299" y="16891"/>
                    <a:pt x="97663" y="20447"/>
                  </a:cubicBezTo>
                  <a:lnTo>
                    <a:pt x="95885" y="16002"/>
                  </a:lnTo>
                  <a:lnTo>
                    <a:pt x="97663" y="20447"/>
                  </a:lnTo>
                  <a:cubicBezTo>
                    <a:pt x="89027" y="24003"/>
                    <a:pt x="80772" y="28448"/>
                    <a:pt x="73025" y="33655"/>
                  </a:cubicBezTo>
                  <a:lnTo>
                    <a:pt x="70358" y="29718"/>
                  </a:lnTo>
                  <a:lnTo>
                    <a:pt x="73025" y="33655"/>
                  </a:lnTo>
                  <a:cubicBezTo>
                    <a:pt x="65278" y="38862"/>
                    <a:pt x="58039" y="44831"/>
                    <a:pt x="51435" y="51435"/>
                  </a:cubicBezTo>
                  <a:lnTo>
                    <a:pt x="48006" y="48133"/>
                  </a:lnTo>
                  <a:lnTo>
                    <a:pt x="51435" y="51435"/>
                  </a:lnTo>
                  <a:cubicBezTo>
                    <a:pt x="44831" y="58039"/>
                    <a:pt x="38862" y="65278"/>
                    <a:pt x="33655" y="73025"/>
                  </a:cubicBezTo>
                  <a:cubicBezTo>
                    <a:pt x="28448" y="80772"/>
                    <a:pt x="24003" y="89027"/>
                    <a:pt x="20447" y="97663"/>
                  </a:cubicBezTo>
                  <a:lnTo>
                    <a:pt x="16002" y="95885"/>
                  </a:lnTo>
                  <a:lnTo>
                    <a:pt x="20447" y="97663"/>
                  </a:lnTo>
                  <a:cubicBezTo>
                    <a:pt x="16891" y="106299"/>
                    <a:pt x="14097" y="115316"/>
                    <a:pt x="12319" y="124460"/>
                  </a:cubicBezTo>
                  <a:cubicBezTo>
                    <a:pt x="10541" y="133604"/>
                    <a:pt x="9525" y="143002"/>
                    <a:pt x="9525" y="152400"/>
                  </a:cubicBezTo>
                  <a:lnTo>
                    <a:pt x="9525" y="2114550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676844" y="3827014"/>
            <a:ext cx="523345" cy="259797"/>
            <a:chOff x="0" y="0"/>
            <a:chExt cx="457200" cy="2269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7200" cy="226954"/>
            </a:xfrm>
            <a:custGeom>
              <a:avLst/>
              <a:gdLst/>
              <a:ahLst/>
              <a:cxnLst/>
              <a:rect r="r" b="b" t="t" l="l"/>
              <a:pathLst>
                <a:path h="226954" w="457200">
                  <a:moveTo>
                    <a:pt x="274320" y="0"/>
                  </a:moveTo>
                  <a:lnTo>
                    <a:pt x="274320" y="57151"/>
                  </a:lnTo>
                  <a:lnTo>
                    <a:pt x="0" y="57151"/>
                  </a:lnTo>
                  <a:lnTo>
                    <a:pt x="0" y="171453"/>
                  </a:lnTo>
                  <a:lnTo>
                    <a:pt x="274320" y="171453"/>
                  </a:lnTo>
                  <a:lnTo>
                    <a:pt x="274320" y="226954"/>
                  </a:lnTo>
                  <a:lnTo>
                    <a:pt x="276987" y="226954"/>
                  </a:lnTo>
                  <a:lnTo>
                    <a:pt x="457200" y="114302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FB3C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389171" y="2574922"/>
            <a:ext cx="5509657" cy="2762095"/>
            <a:chOff x="0" y="0"/>
            <a:chExt cx="4813300" cy="241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3025" y="72898"/>
              <a:ext cx="4667250" cy="2267204"/>
            </a:xfrm>
            <a:custGeom>
              <a:avLst/>
              <a:gdLst/>
              <a:ahLst/>
              <a:cxnLst/>
              <a:rect r="r" b="b" t="t" l="l"/>
              <a:pathLst>
                <a:path h="2267204" w="4667250">
                  <a:moveTo>
                    <a:pt x="0" y="2124202"/>
                  </a:moveTo>
                  <a:lnTo>
                    <a:pt x="0" y="143002"/>
                  </a:lnTo>
                  <a:cubicBezTo>
                    <a:pt x="0" y="133604"/>
                    <a:pt x="889" y="124333"/>
                    <a:pt x="2794" y="115062"/>
                  </a:cubicBezTo>
                  <a:cubicBezTo>
                    <a:pt x="4699" y="105791"/>
                    <a:pt x="7366" y="96901"/>
                    <a:pt x="10922" y="88265"/>
                  </a:cubicBezTo>
                  <a:cubicBezTo>
                    <a:pt x="14478" y="79629"/>
                    <a:pt x="18923" y="71374"/>
                    <a:pt x="24130" y="63627"/>
                  </a:cubicBezTo>
                  <a:cubicBezTo>
                    <a:pt x="29337" y="55880"/>
                    <a:pt x="35306" y="48641"/>
                    <a:pt x="41910" y="41910"/>
                  </a:cubicBezTo>
                  <a:cubicBezTo>
                    <a:pt x="48514" y="35179"/>
                    <a:pt x="55753" y="29337"/>
                    <a:pt x="63500" y="24130"/>
                  </a:cubicBezTo>
                  <a:cubicBezTo>
                    <a:pt x="71247" y="18923"/>
                    <a:pt x="79502" y="14478"/>
                    <a:pt x="88138" y="10922"/>
                  </a:cubicBezTo>
                  <a:cubicBezTo>
                    <a:pt x="96774" y="7366"/>
                    <a:pt x="105791" y="4699"/>
                    <a:pt x="114935" y="2794"/>
                  </a:cubicBezTo>
                  <a:cubicBezTo>
                    <a:pt x="124079" y="889"/>
                    <a:pt x="133477" y="0"/>
                    <a:pt x="142748" y="0"/>
                  </a:cubicBezTo>
                  <a:lnTo>
                    <a:pt x="4524375" y="0"/>
                  </a:lnTo>
                  <a:cubicBezTo>
                    <a:pt x="4533773" y="0"/>
                    <a:pt x="4543044" y="889"/>
                    <a:pt x="4552188" y="2794"/>
                  </a:cubicBezTo>
                  <a:cubicBezTo>
                    <a:pt x="4561332" y="4699"/>
                    <a:pt x="4570349" y="7366"/>
                    <a:pt x="4578985" y="10922"/>
                  </a:cubicBezTo>
                  <a:cubicBezTo>
                    <a:pt x="4587621" y="14478"/>
                    <a:pt x="4595876" y="18923"/>
                    <a:pt x="4603750" y="24130"/>
                  </a:cubicBezTo>
                  <a:cubicBezTo>
                    <a:pt x="4611624" y="29337"/>
                    <a:pt x="4618736" y="35306"/>
                    <a:pt x="4625340" y="41910"/>
                  </a:cubicBezTo>
                  <a:cubicBezTo>
                    <a:pt x="4631944" y="48514"/>
                    <a:pt x="4637913" y="55753"/>
                    <a:pt x="4643120" y="63627"/>
                  </a:cubicBezTo>
                  <a:cubicBezTo>
                    <a:pt x="4648327" y="71501"/>
                    <a:pt x="4652772" y="79629"/>
                    <a:pt x="4656328" y="88265"/>
                  </a:cubicBezTo>
                  <a:cubicBezTo>
                    <a:pt x="4659884" y="96901"/>
                    <a:pt x="4662678" y="105918"/>
                    <a:pt x="4664456" y="115062"/>
                  </a:cubicBezTo>
                  <a:cubicBezTo>
                    <a:pt x="4666234" y="124206"/>
                    <a:pt x="4667250" y="133604"/>
                    <a:pt x="4667250" y="143002"/>
                  </a:cubicBezTo>
                  <a:lnTo>
                    <a:pt x="4667250" y="2124202"/>
                  </a:lnTo>
                  <a:cubicBezTo>
                    <a:pt x="4667250" y="2133600"/>
                    <a:pt x="4666361" y="2142871"/>
                    <a:pt x="4664456" y="2152015"/>
                  </a:cubicBezTo>
                  <a:cubicBezTo>
                    <a:pt x="4662551" y="2161159"/>
                    <a:pt x="4659884" y="2170176"/>
                    <a:pt x="4656328" y="2178812"/>
                  </a:cubicBezTo>
                  <a:cubicBezTo>
                    <a:pt x="4652772" y="2187448"/>
                    <a:pt x="4648327" y="2195703"/>
                    <a:pt x="4643120" y="2203577"/>
                  </a:cubicBezTo>
                  <a:cubicBezTo>
                    <a:pt x="4637913" y="2211451"/>
                    <a:pt x="4631944" y="2218563"/>
                    <a:pt x="4625340" y="2225294"/>
                  </a:cubicBezTo>
                  <a:cubicBezTo>
                    <a:pt x="4618736" y="2232025"/>
                    <a:pt x="4611497" y="2237867"/>
                    <a:pt x="4603750" y="2243074"/>
                  </a:cubicBezTo>
                  <a:cubicBezTo>
                    <a:pt x="4596003" y="2248281"/>
                    <a:pt x="4587748" y="2252726"/>
                    <a:pt x="4578985" y="2256282"/>
                  </a:cubicBezTo>
                  <a:cubicBezTo>
                    <a:pt x="4570222" y="2259838"/>
                    <a:pt x="4561332" y="2262632"/>
                    <a:pt x="4552188" y="2264410"/>
                  </a:cubicBezTo>
                  <a:cubicBezTo>
                    <a:pt x="4543044" y="2266188"/>
                    <a:pt x="4533646" y="2267204"/>
                    <a:pt x="4524375" y="2267204"/>
                  </a:cubicBezTo>
                  <a:lnTo>
                    <a:pt x="142875" y="2267204"/>
                  </a:lnTo>
                  <a:cubicBezTo>
                    <a:pt x="133477" y="2267204"/>
                    <a:pt x="124206" y="2266315"/>
                    <a:pt x="115062" y="2264410"/>
                  </a:cubicBezTo>
                  <a:cubicBezTo>
                    <a:pt x="105918" y="2262505"/>
                    <a:pt x="96901" y="2259838"/>
                    <a:pt x="88265" y="2256282"/>
                  </a:cubicBezTo>
                  <a:cubicBezTo>
                    <a:pt x="79629" y="2252726"/>
                    <a:pt x="71374" y="2248281"/>
                    <a:pt x="63627" y="2243074"/>
                  </a:cubicBezTo>
                  <a:cubicBezTo>
                    <a:pt x="55880" y="2237867"/>
                    <a:pt x="48641" y="2231898"/>
                    <a:pt x="42037" y="2225294"/>
                  </a:cubicBezTo>
                  <a:cubicBezTo>
                    <a:pt x="35433" y="2218690"/>
                    <a:pt x="29464" y="2211451"/>
                    <a:pt x="24257" y="2203577"/>
                  </a:cubicBezTo>
                  <a:cubicBezTo>
                    <a:pt x="19050" y="2195703"/>
                    <a:pt x="14605" y="2187575"/>
                    <a:pt x="11049" y="2178812"/>
                  </a:cubicBezTo>
                  <a:cubicBezTo>
                    <a:pt x="7493" y="2170049"/>
                    <a:pt x="4699" y="2161159"/>
                    <a:pt x="2921" y="2152015"/>
                  </a:cubicBezTo>
                  <a:cubicBezTo>
                    <a:pt x="1143" y="2142871"/>
                    <a:pt x="127" y="2133600"/>
                    <a:pt x="127" y="2124202"/>
                  </a:cubicBezTo>
                  <a:close/>
                </a:path>
              </a:pathLst>
            </a:custGeom>
            <a:solidFill>
              <a:srgbClr val="FFF4E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4686173" cy="2286000"/>
            </a:xfrm>
            <a:custGeom>
              <a:avLst/>
              <a:gdLst/>
              <a:ahLst/>
              <a:cxnLst/>
              <a:rect r="r" b="b" t="t" l="l"/>
              <a:pathLst>
                <a:path h="2286000" w="4686173">
                  <a:moveTo>
                    <a:pt x="0" y="2133600"/>
                  </a:moveTo>
                  <a:lnTo>
                    <a:pt x="0" y="152400"/>
                  </a:lnTo>
                  <a:lnTo>
                    <a:pt x="9525" y="152400"/>
                  </a:lnTo>
                  <a:lnTo>
                    <a:pt x="0" y="152400"/>
                  </a:lnTo>
                  <a:cubicBezTo>
                    <a:pt x="0" y="142367"/>
                    <a:pt x="1016" y="132461"/>
                    <a:pt x="2921" y="122682"/>
                  </a:cubicBezTo>
                  <a:lnTo>
                    <a:pt x="12319" y="124587"/>
                  </a:lnTo>
                  <a:lnTo>
                    <a:pt x="2921" y="122682"/>
                  </a:lnTo>
                  <a:cubicBezTo>
                    <a:pt x="4826" y="112903"/>
                    <a:pt x="7747" y="103378"/>
                    <a:pt x="11557" y="94107"/>
                  </a:cubicBezTo>
                  <a:cubicBezTo>
                    <a:pt x="15367" y="84836"/>
                    <a:pt x="20066" y="76073"/>
                    <a:pt x="25654" y="67818"/>
                  </a:cubicBezTo>
                  <a:lnTo>
                    <a:pt x="33528" y="73152"/>
                  </a:lnTo>
                  <a:lnTo>
                    <a:pt x="25654" y="67818"/>
                  </a:lnTo>
                  <a:cubicBezTo>
                    <a:pt x="31242" y="59563"/>
                    <a:pt x="37592" y="51816"/>
                    <a:pt x="44577" y="44704"/>
                  </a:cubicBezTo>
                  <a:lnTo>
                    <a:pt x="51308" y="51435"/>
                  </a:lnTo>
                  <a:lnTo>
                    <a:pt x="44577" y="44704"/>
                  </a:lnTo>
                  <a:cubicBezTo>
                    <a:pt x="51689" y="37592"/>
                    <a:pt x="59309" y="31242"/>
                    <a:pt x="67691" y="25781"/>
                  </a:cubicBezTo>
                  <a:lnTo>
                    <a:pt x="73025" y="33655"/>
                  </a:lnTo>
                  <a:lnTo>
                    <a:pt x="67691" y="25781"/>
                  </a:lnTo>
                  <a:cubicBezTo>
                    <a:pt x="76073" y="20193"/>
                    <a:pt x="84836" y="15494"/>
                    <a:pt x="93980" y="11684"/>
                  </a:cubicBezTo>
                  <a:cubicBezTo>
                    <a:pt x="103251" y="7874"/>
                    <a:pt x="112776" y="4953"/>
                    <a:pt x="122555" y="3048"/>
                  </a:cubicBezTo>
                  <a:cubicBezTo>
                    <a:pt x="132461" y="1016"/>
                    <a:pt x="142367" y="0"/>
                    <a:pt x="152400" y="0"/>
                  </a:cubicBezTo>
                  <a:lnTo>
                    <a:pt x="152400" y="9525"/>
                  </a:lnTo>
                  <a:lnTo>
                    <a:pt x="152400" y="0"/>
                  </a:lnTo>
                  <a:lnTo>
                    <a:pt x="4533900" y="0"/>
                  </a:lnTo>
                  <a:lnTo>
                    <a:pt x="4533900" y="9525"/>
                  </a:lnTo>
                  <a:lnTo>
                    <a:pt x="4533900" y="0"/>
                  </a:lnTo>
                  <a:cubicBezTo>
                    <a:pt x="4543933" y="0"/>
                    <a:pt x="4553839" y="1016"/>
                    <a:pt x="4563618" y="2921"/>
                  </a:cubicBezTo>
                  <a:cubicBezTo>
                    <a:pt x="4573397" y="4826"/>
                    <a:pt x="4582922" y="7747"/>
                    <a:pt x="4592193" y="11557"/>
                  </a:cubicBezTo>
                  <a:cubicBezTo>
                    <a:pt x="4601464" y="15367"/>
                    <a:pt x="4610227" y="20066"/>
                    <a:pt x="4618482" y="25654"/>
                  </a:cubicBezTo>
                  <a:lnTo>
                    <a:pt x="4613148" y="33528"/>
                  </a:lnTo>
                  <a:lnTo>
                    <a:pt x="4618482" y="25654"/>
                  </a:lnTo>
                  <a:cubicBezTo>
                    <a:pt x="4626864" y="31242"/>
                    <a:pt x="4634484" y="37592"/>
                    <a:pt x="4641596" y="44577"/>
                  </a:cubicBezTo>
                  <a:cubicBezTo>
                    <a:pt x="4648708" y="51689"/>
                    <a:pt x="4654931" y="59309"/>
                    <a:pt x="4660519" y="67691"/>
                  </a:cubicBezTo>
                  <a:cubicBezTo>
                    <a:pt x="4666107" y="75946"/>
                    <a:pt x="4670806" y="84836"/>
                    <a:pt x="4674616" y="93980"/>
                  </a:cubicBezTo>
                  <a:cubicBezTo>
                    <a:pt x="4678426" y="103251"/>
                    <a:pt x="4681347" y="112776"/>
                    <a:pt x="4683252" y="122555"/>
                  </a:cubicBezTo>
                  <a:lnTo>
                    <a:pt x="4673854" y="124460"/>
                  </a:lnTo>
                  <a:lnTo>
                    <a:pt x="4683252" y="122555"/>
                  </a:lnTo>
                  <a:cubicBezTo>
                    <a:pt x="4685157" y="132334"/>
                    <a:pt x="4686173" y="142240"/>
                    <a:pt x="4686173" y="152273"/>
                  </a:cubicBezTo>
                  <a:lnTo>
                    <a:pt x="4676648" y="152273"/>
                  </a:lnTo>
                  <a:lnTo>
                    <a:pt x="4686173" y="152273"/>
                  </a:lnTo>
                  <a:lnTo>
                    <a:pt x="4686173" y="2133600"/>
                  </a:lnTo>
                  <a:lnTo>
                    <a:pt x="4676648" y="2133600"/>
                  </a:lnTo>
                  <a:lnTo>
                    <a:pt x="4686173" y="2133600"/>
                  </a:lnTo>
                  <a:cubicBezTo>
                    <a:pt x="4686173" y="2143633"/>
                    <a:pt x="4685157" y="2153539"/>
                    <a:pt x="4683252" y="2163318"/>
                  </a:cubicBezTo>
                  <a:lnTo>
                    <a:pt x="4673854" y="2161413"/>
                  </a:lnTo>
                  <a:lnTo>
                    <a:pt x="4683252" y="2163318"/>
                  </a:lnTo>
                  <a:cubicBezTo>
                    <a:pt x="4681347" y="2173097"/>
                    <a:pt x="4678426" y="2182622"/>
                    <a:pt x="4674616" y="2191893"/>
                  </a:cubicBezTo>
                  <a:cubicBezTo>
                    <a:pt x="4670806" y="2201164"/>
                    <a:pt x="4666107" y="2209927"/>
                    <a:pt x="4660519" y="2218309"/>
                  </a:cubicBezTo>
                  <a:cubicBezTo>
                    <a:pt x="4654931" y="2226564"/>
                    <a:pt x="4648708" y="2234311"/>
                    <a:pt x="4641596" y="2241423"/>
                  </a:cubicBezTo>
                  <a:cubicBezTo>
                    <a:pt x="4634484" y="2248535"/>
                    <a:pt x="4626864" y="2254758"/>
                    <a:pt x="4618482" y="2260346"/>
                  </a:cubicBezTo>
                  <a:lnTo>
                    <a:pt x="4613148" y="2252472"/>
                  </a:lnTo>
                  <a:lnTo>
                    <a:pt x="4618482" y="2260346"/>
                  </a:lnTo>
                  <a:cubicBezTo>
                    <a:pt x="4610227" y="2265934"/>
                    <a:pt x="4601337" y="2270633"/>
                    <a:pt x="4592193" y="2274443"/>
                  </a:cubicBezTo>
                  <a:lnTo>
                    <a:pt x="4588510" y="2265680"/>
                  </a:lnTo>
                  <a:lnTo>
                    <a:pt x="4592193" y="2274443"/>
                  </a:lnTo>
                  <a:cubicBezTo>
                    <a:pt x="4582922" y="2278253"/>
                    <a:pt x="4573397" y="2281174"/>
                    <a:pt x="4563618" y="2283079"/>
                  </a:cubicBezTo>
                  <a:lnTo>
                    <a:pt x="4561713" y="2273681"/>
                  </a:lnTo>
                  <a:lnTo>
                    <a:pt x="4563618" y="2283079"/>
                  </a:lnTo>
                  <a:cubicBezTo>
                    <a:pt x="4553839" y="2284984"/>
                    <a:pt x="4543933" y="2286000"/>
                    <a:pt x="4533900" y="2286000"/>
                  </a:cubicBezTo>
                  <a:lnTo>
                    <a:pt x="4533900" y="2276475"/>
                  </a:lnTo>
                  <a:lnTo>
                    <a:pt x="4533900" y="2286000"/>
                  </a:lnTo>
                  <a:lnTo>
                    <a:pt x="152400" y="2286000"/>
                  </a:lnTo>
                  <a:lnTo>
                    <a:pt x="152400" y="2276475"/>
                  </a:lnTo>
                  <a:lnTo>
                    <a:pt x="152400" y="2286000"/>
                  </a:lnTo>
                  <a:cubicBezTo>
                    <a:pt x="142367" y="2286000"/>
                    <a:pt x="132461" y="2284984"/>
                    <a:pt x="122682" y="2283079"/>
                  </a:cubicBezTo>
                  <a:lnTo>
                    <a:pt x="124587" y="2273681"/>
                  </a:lnTo>
                  <a:lnTo>
                    <a:pt x="122682" y="2283079"/>
                  </a:lnTo>
                  <a:cubicBezTo>
                    <a:pt x="112903" y="2281174"/>
                    <a:pt x="103378" y="2278253"/>
                    <a:pt x="94107" y="2274443"/>
                  </a:cubicBezTo>
                  <a:cubicBezTo>
                    <a:pt x="84836" y="2270633"/>
                    <a:pt x="76073" y="2265934"/>
                    <a:pt x="67818" y="2260346"/>
                  </a:cubicBezTo>
                  <a:lnTo>
                    <a:pt x="73152" y="2252472"/>
                  </a:lnTo>
                  <a:lnTo>
                    <a:pt x="67818" y="2260346"/>
                  </a:lnTo>
                  <a:cubicBezTo>
                    <a:pt x="59563" y="2254758"/>
                    <a:pt x="51816" y="2248535"/>
                    <a:pt x="44704" y="2241423"/>
                  </a:cubicBezTo>
                  <a:cubicBezTo>
                    <a:pt x="37592" y="2234311"/>
                    <a:pt x="31369" y="2226691"/>
                    <a:pt x="25781" y="2218309"/>
                  </a:cubicBezTo>
                  <a:cubicBezTo>
                    <a:pt x="20193" y="2209927"/>
                    <a:pt x="15494" y="2201164"/>
                    <a:pt x="11684" y="2191893"/>
                  </a:cubicBezTo>
                  <a:lnTo>
                    <a:pt x="20447" y="2188210"/>
                  </a:lnTo>
                  <a:lnTo>
                    <a:pt x="11684" y="2191893"/>
                  </a:lnTo>
                  <a:cubicBezTo>
                    <a:pt x="7874" y="2182622"/>
                    <a:pt x="4953" y="2173097"/>
                    <a:pt x="3048" y="2163318"/>
                  </a:cubicBezTo>
                  <a:lnTo>
                    <a:pt x="12446" y="2161413"/>
                  </a:lnTo>
                  <a:lnTo>
                    <a:pt x="3048" y="2163318"/>
                  </a:lnTo>
                  <a:cubicBezTo>
                    <a:pt x="1016" y="2153539"/>
                    <a:pt x="0" y="2143633"/>
                    <a:pt x="0" y="2133600"/>
                  </a:cubicBezTo>
                  <a:lnTo>
                    <a:pt x="9525" y="2133600"/>
                  </a:lnTo>
                  <a:lnTo>
                    <a:pt x="0" y="2133600"/>
                  </a:lnTo>
                  <a:moveTo>
                    <a:pt x="19050" y="2133600"/>
                  </a:moveTo>
                  <a:cubicBezTo>
                    <a:pt x="19050" y="2142363"/>
                    <a:pt x="19939" y="2150999"/>
                    <a:pt x="21590" y="2159635"/>
                  </a:cubicBezTo>
                  <a:cubicBezTo>
                    <a:pt x="23241" y="2168271"/>
                    <a:pt x="25781" y="2176526"/>
                    <a:pt x="29210" y="2184654"/>
                  </a:cubicBezTo>
                  <a:cubicBezTo>
                    <a:pt x="32512" y="2192782"/>
                    <a:pt x="36703" y="2200402"/>
                    <a:pt x="41529" y="2207768"/>
                  </a:cubicBezTo>
                  <a:lnTo>
                    <a:pt x="33655" y="2213102"/>
                  </a:lnTo>
                  <a:lnTo>
                    <a:pt x="41529" y="2207768"/>
                  </a:lnTo>
                  <a:cubicBezTo>
                    <a:pt x="46355" y="2215007"/>
                    <a:pt x="51943" y="2221738"/>
                    <a:pt x="58166" y="2227961"/>
                  </a:cubicBezTo>
                  <a:lnTo>
                    <a:pt x="51435" y="2234692"/>
                  </a:lnTo>
                  <a:lnTo>
                    <a:pt x="58166" y="2227961"/>
                  </a:lnTo>
                  <a:cubicBezTo>
                    <a:pt x="64389" y="2234184"/>
                    <a:pt x="71120" y="2239645"/>
                    <a:pt x="78359" y="2244471"/>
                  </a:cubicBezTo>
                  <a:cubicBezTo>
                    <a:pt x="85598" y="2249297"/>
                    <a:pt x="93345" y="2253488"/>
                    <a:pt x="101473" y="2256790"/>
                  </a:cubicBezTo>
                  <a:lnTo>
                    <a:pt x="97790" y="2265553"/>
                  </a:lnTo>
                  <a:lnTo>
                    <a:pt x="101473" y="2256790"/>
                  </a:lnTo>
                  <a:cubicBezTo>
                    <a:pt x="109601" y="2260092"/>
                    <a:pt x="117856" y="2262632"/>
                    <a:pt x="126492" y="2264410"/>
                  </a:cubicBezTo>
                  <a:cubicBezTo>
                    <a:pt x="135128" y="2266188"/>
                    <a:pt x="143764" y="2266950"/>
                    <a:pt x="152527" y="2266950"/>
                  </a:cubicBezTo>
                  <a:lnTo>
                    <a:pt x="4533900" y="2266950"/>
                  </a:lnTo>
                  <a:cubicBezTo>
                    <a:pt x="4542663" y="2266950"/>
                    <a:pt x="4551299" y="2266061"/>
                    <a:pt x="4559935" y="2264410"/>
                  </a:cubicBezTo>
                  <a:cubicBezTo>
                    <a:pt x="4568571" y="2262759"/>
                    <a:pt x="4576826" y="2260219"/>
                    <a:pt x="4584954" y="2256790"/>
                  </a:cubicBezTo>
                  <a:cubicBezTo>
                    <a:pt x="4593082" y="2253361"/>
                    <a:pt x="4600702" y="2249297"/>
                    <a:pt x="4608068" y="2244471"/>
                  </a:cubicBezTo>
                  <a:cubicBezTo>
                    <a:pt x="4615434" y="2239645"/>
                    <a:pt x="4622038" y="2234057"/>
                    <a:pt x="4628261" y="2227961"/>
                  </a:cubicBezTo>
                  <a:lnTo>
                    <a:pt x="4634992" y="2234692"/>
                  </a:lnTo>
                  <a:lnTo>
                    <a:pt x="4628261" y="2227961"/>
                  </a:lnTo>
                  <a:cubicBezTo>
                    <a:pt x="4634484" y="2221738"/>
                    <a:pt x="4639945" y="2215007"/>
                    <a:pt x="4644898" y="2207768"/>
                  </a:cubicBezTo>
                  <a:lnTo>
                    <a:pt x="4652772" y="2213102"/>
                  </a:lnTo>
                  <a:lnTo>
                    <a:pt x="4644898" y="2207768"/>
                  </a:lnTo>
                  <a:cubicBezTo>
                    <a:pt x="4649724" y="2200529"/>
                    <a:pt x="4653915" y="2192782"/>
                    <a:pt x="4657217" y="2184654"/>
                  </a:cubicBezTo>
                  <a:lnTo>
                    <a:pt x="4665980" y="2188337"/>
                  </a:lnTo>
                  <a:lnTo>
                    <a:pt x="4657217" y="2184654"/>
                  </a:lnTo>
                  <a:cubicBezTo>
                    <a:pt x="4660519" y="2176526"/>
                    <a:pt x="4663059" y="2168271"/>
                    <a:pt x="4664837" y="2159635"/>
                  </a:cubicBezTo>
                  <a:cubicBezTo>
                    <a:pt x="4666615" y="2150999"/>
                    <a:pt x="4667377" y="2142363"/>
                    <a:pt x="4667377" y="2133600"/>
                  </a:cubicBezTo>
                  <a:lnTo>
                    <a:pt x="4667377" y="152400"/>
                  </a:lnTo>
                  <a:cubicBezTo>
                    <a:pt x="4667377" y="143637"/>
                    <a:pt x="4666488" y="135001"/>
                    <a:pt x="4664837" y="126365"/>
                  </a:cubicBezTo>
                  <a:cubicBezTo>
                    <a:pt x="4663186" y="117729"/>
                    <a:pt x="4660646" y="109474"/>
                    <a:pt x="4657217" y="101346"/>
                  </a:cubicBezTo>
                  <a:lnTo>
                    <a:pt x="4665980" y="97663"/>
                  </a:lnTo>
                  <a:lnTo>
                    <a:pt x="4657217" y="101346"/>
                  </a:lnTo>
                  <a:cubicBezTo>
                    <a:pt x="4653915" y="93218"/>
                    <a:pt x="4649724" y="85598"/>
                    <a:pt x="4644898" y="78359"/>
                  </a:cubicBezTo>
                  <a:lnTo>
                    <a:pt x="4652772" y="73025"/>
                  </a:lnTo>
                  <a:lnTo>
                    <a:pt x="4644898" y="78359"/>
                  </a:lnTo>
                  <a:cubicBezTo>
                    <a:pt x="4640072" y="71120"/>
                    <a:pt x="4634484" y="64389"/>
                    <a:pt x="4628261" y="58166"/>
                  </a:cubicBezTo>
                  <a:lnTo>
                    <a:pt x="4634992" y="51435"/>
                  </a:lnTo>
                  <a:lnTo>
                    <a:pt x="4628261" y="58166"/>
                  </a:lnTo>
                  <a:cubicBezTo>
                    <a:pt x="4622038" y="51943"/>
                    <a:pt x="4615307" y="46482"/>
                    <a:pt x="4608068" y="41529"/>
                  </a:cubicBezTo>
                  <a:cubicBezTo>
                    <a:pt x="4600829" y="36576"/>
                    <a:pt x="4593082" y="32512"/>
                    <a:pt x="4584954" y="29210"/>
                  </a:cubicBezTo>
                  <a:lnTo>
                    <a:pt x="4588637" y="20447"/>
                  </a:lnTo>
                  <a:lnTo>
                    <a:pt x="4584954" y="29210"/>
                  </a:lnTo>
                  <a:cubicBezTo>
                    <a:pt x="4576826" y="25908"/>
                    <a:pt x="4568571" y="23368"/>
                    <a:pt x="4559935" y="21590"/>
                  </a:cubicBezTo>
                  <a:lnTo>
                    <a:pt x="4561840" y="12192"/>
                  </a:lnTo>
                  <a:lnTo>
                    <a:pt x="4559935" y="21590"/>
                  </a:lnTo>
                  <a:cubicBezTo>
                    <a:pt x="4551299" y="19939"/>
                    <a:pt x="4542663" y="19050"/>
                    <a:pt x="4533900" y="19050"/>
                  </a:cubicBezTo>
                  <a:lnTo>
                    <a:pt x="152400" y="19050"/>
                  </a:lnTo>
                  <a:cubicBezTo>
                    <a:pt x="143637" y="19050"/>
                    <a:pt x="135001" y="19939"/>
                    <a:pt x="126365" y="21590"/>
                  </a:cubicBezTo>
                  <a:lnTo>
                    <a:pt x="124460" y="12192"/>
                  </a:lnTo>
                  <a:lnTo>
                    <a:pt x="126365" y="21590"/>
                  </a:lnTo>
                  <a:cubicBezTo>
                    <a:pt x="117729" y="23368"/>
                    <a:pt x="109474" y="25781"/>
                    <a:pt x="101346" y="29210"/>
                  </a:cubicBezTo>
                  <a:lnTo>
                    <a:pt x="97663" y="20447"/>
                  </a:lnTo>
                  <a:lnTo>
                    <a:pt x="101346" y="29210"/>
                  </a:lnTo>
                  <a:cubicBezTo>
                    <a:pt x="93218" y="32512"/>
                    <a:pt x="85598" y="36703"/>
                    <a:pt x="78232" y="41529"/>
                  </a:cubicBezTo>
                  <a:cubicBezTo>
                    <a:pt x="70993" y="46355"/>
                    <a:pt x="64262" y="51943"/>
                    <a:pt x="58039" y="58166"/>
                  </a:cubicBezTo>
                  <a:cubicBezTo>
                    <a:pt x="51816" y="64389"/>
                    <a:pt x="46355" y="71120"/>
                    <a:pt x="41402" y="78359"/>
                  </a:cubicBezTo>
                  <a:cubicBezTo>
                    <a:pt x="36576" y="85598"/>
                    <a:pt x="32385" y="93345"/>
                    <a:pt x="29083" y="101346"/>
                  </a:cubicBezTo>
                  <a:lnTo>
                    <a:pt x="20320" y="97663"/>
                  </a:lnTo>
                  <a:lnTo>
                    <a:pt x="29083" y="101346"/>
                  </a:lnTo>
                  <a:cubicBezTo>
                    <a:pt x="25781" y="109474"/>
                    <a:pt x="23241" y="117729"/>
                    <a:pt x="21463" y="126365"/>
                  </a:cubicBezTo>
                  <a:cubicBezTo>
                    <a:pt x="19812" y="135001"/>
                    <a:pt x="18923" y="143637"/>
                    <a:pt x="18923" y="152400"/>
                  </a:cubicBezTo>
                  <a:lnTo>
                    <a:pt x="18923" y="2133600"/>
                  </a:lnTo>
                  <a:close/>
                </a:path>
              </a:pathLst>
            </a:custGeom>
            <a:solidFill>
              <a:srgbClr val="E8833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087822" y="3827014"/>
            <a:ext cx="523345" cy="259797"/>
            <a:chOff x="0" y="0"/>
            <a:chExt cx="457200" cy="2269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7200" cy="226954"/>
            </a:xfrm>
            <a:custGeom>
              <a:avLst/>
              <a:gdLst/>
              <a:ahLst/>
              <a:cxnLst/>
              <a:rect r="r" b="b" t="t" l="l"/>
              <a:pathLst>
                <a:path h="226954" w="457200">
                  <a:moveTo>
                    <a:pt x="274320" y="0"/>
                  </a:moveTo>
                  <a:lnTo>
                    <a:pt x="274320" y="57151"/>
                  </a:lnTo>
                  <a:lnTo>
                    <a:pt x="0" y="57151"/>
                  </a:lnTo>
                  <a:lnTo>
                    <a:pt x="0" y="171453"/>
                  </a:lnTo>
                  <a:lnTo>
                    <a:pt x="274320" y="171453"/>
                  </a:lnTo>
                  <a:lnTo>
                    <a:pt x="274320" y="226954"/>
                  </a:lnTo>
                  <a:lnTo>
                    <a:pt x="276987" y="226954"/>
                  </a:lnTo>
                  <a:lnTo>
                    <a:pt x="457200" y="114302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FB3C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2690" y="5874907"/>
            <a:ext cx="18142630" cy="1711775"/>
            <a:chOff x="0" y="0"/>
            <a:chExt cx="15849600" cy="14954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849473" cy="1495171"/>
            </a:xfrm>
            <a:custGeom>
              <a:avLst/>
              <a:gdLst/>
              <a:ahLst/>
              <a:cxnLst/>
              <a:rect r="r" b="b" t="t" l="l"/>
              <a:pathLst>
                <a:path h="1495171" w="15849473">
                  <a:moveTo>
                    <a:pt x="0" y="1343025"/>
                  </a:moveTo>
                  <a:lnTo>
                    <a:pt x="0" y="152400"/>
                  </a:lnTo>
                  <a:cubicBezTo>
                    <a:pt x="0" y="142367"/>
                    <a:pt x="1016" y="132461"/>
                    <a:pt x="2921" y="122682"/>
                  </a:cubicBezTo>
                  <a:cubicBezTo>
                    <a:pt x="4826" y="112903"/>
                    <a:pt x="7747" y="103251"/>
                    <a:pt x="11557" y="94107"/>
                  </a:cubicBezTo>
                  <a:cubicBezTo>
                    <a:pt x="15367" y="84963"/>
                    <a:pt x="20066" y="76073"/>
                    <a:pt x="25654" y="67818"/>
                  </a:cubicBezTo>
                  <a:cubicBezTo>
                    <a:pt x="31242" y="59563"/>
                    <a:pt x="37592" y="51816"/>
                    <a:pt x="44577" y="44704"/>
                  </a:cubicBezTo>
                  <a:cubicBezTo>
                    <a:pt x="51562" y="37592"/>
                    <a:pt x="59436" y="31242"/>
                    <a:pt x="67691" y="25654"/>
                  </a:cubicBezTo>
                  <a:cubicBezTo>
                    <a:pt x="75946" y="20066"/>
                    <a:pt x="84836" y="15367"/>
                    <a:pt x="94107" y="11557"/>
                  </a:cubicBezTo>
                  <a:cubicBezTo>
                    <a:pt x="103378" y="7747"/>
                    <a:pt x="112903" y="4826"/>
                    <a:pt x="122682" y="2921"/>
                  </a:cubicBezTo>
                  <a:cubicBezTo>
                    <a:pt x="132461" y="1016"/>
                    <a:pt x="142367" y="0"/>
                    <a:pt x="152400" y="0"/>
                  </a:cubicBezTo>
                  <a:lnTo>
                    <a:pt x="15697200" y="0"/>
                  </a:lnTo>
                  <a:cubicBezTo>
                    <a:pt x="15707233" y="0"/>
                    <a:pt x="15717140" y="1016"/>
                    <a:pt x="15726918" y="2921"/>
                  </a:cubicBezTo>
                  <a:cubicBezTo>
                    <a:pt x="15736697" y="4826"/>
                    <a:pt x="15746222" y="7747"/>
                    <a:pt x="15755493" y="11557"/>
                  </a:cubicBezTo>
                  <a:cubicBezTo>
                    <a:pt x="15764763" y="15367"/>
                    <a:pt x="15773527" y="20066"/>
                    <a:pt x="15781782" y="25654"/>
                  </a:cubicBezTo>
                  <a:cubicBezTo>
                    <a:pt x="15790038" y="31242"/>
                    <a:pt x="15797785" y="37592"/>
                    <a:pt x="15804896" y="44577"/>
                  </a:cubicBezTo>
                  <a:cubicBezTo>
                    <a:pt x="15812008" y="51562"/>
                    <a:pt x="15818231" y="59309"/>
                    <a:pt x="15823819" y="67691"/>
                  </a:cubicBezTo>
                  <a:cubicBezTo>
                    <a:pt x="15829407" y="76073"/>
                    <a:pt x="15834106" y="84836"/>
                    <a:pt x="15837915" y="93980"/>
                  </a:cubicBezTo>
                  <a:cubicBezTo>
                    <a:pt x="15841726" y="103124"/>
                    <a:pt x="15844647" y="112776"/>
                    <a:pt x="15846552" y="122555"/>
                  </a:cubicBezTo>
                  <a:cubicBezTo>
                    <a:pt x="15848457" y="132334"/>
                    <a:pt x="15849473" y="142240"/>
                    <a:pt x="15849473" y="152273"/>
                  </a:cubicBezTo>
                  <a:lnTo>
                    <a:pt x="15849473" y="1342898"/>
                  </a:lnTo>
                  <a:cubicBezTo>
                    <a:pt x="15849473" y="1352931"/>
                    <a:pt x="15848457" y="1362837"/>
                    <a:pt x="15846552" y="1372616"/>
                  </a:cubicBezTo>
                  <a:cubicBezTo>
                    <a:pt x="15844647" y="1382395"/>
                    <a:pt x="15841726" y="1391920"/>
                    <a:pt x="15837915" y="1401191"/>
                  </a:cubicBezTo>
                  <a:cubicBezTo>
                    <a:pt x="15834106" y="1410462"/>
                    <a:pt x="15829407" y="1419225"/>
                    <a:pt x="15823819" y="1427480"/>
                  </a:cubicBezTo>
                  <a:cubicBezTo>
                    <a:pt x="15818231" y="1435735"/>
                    <a:pt x="15811881" y="1443482"/>
                    <a:pt x="15804896" y="1450594"/>
                  </a:cubicBezTo>
                  <a:cubicBezTo>
                    <a:pt x="15797912" y="1457706"/>
                    <a:pt x="15790163" y="1463929"/>
                    <a:pt x="15781782" y="1469517"/>
                  </a:cubicBezTo>
                  <a:cubicBezTo>
                    <a:pt x="15773400" y="1475105"/>
                    <a:pt x="15764638" y="1479677"/>
                    <a:pt x="15755493" y="1483614"/>
                  </a:cubicBezTo>
                  <a:cubicBezTo>
                    <a:pt x="15746349" y="1487551"/>
                    <a:pt x="15736697" y="1490345"/>
                    <a:pt x="15726918" y="1492250"/>
                  </a:cubicBezTo>
                  <a:cubicBezTo>
                    <a:pt x="15717138" y="1494155"/>
                    <a:pt x="15707233" y="1495171"/>
                    <a:pt x="15697200" y="1495171"/>
                  </a:cubicBezTo>
                  <a:lnTo>
                    <a:pt x="152400" y="1495171"/>
                  </a:lnTo>
                  <a:cubicBezTo>
                    <a:pt x="142367" y="1495171"/>
                    <a:pt x="132461" y="1494155"/>
                    <a:pt x="122682" y="1492250"/>
                  </a:cubicBezTo>
                  <a:cubicBezTo>
                    <a:pt x="112903" y="1490345"/>
                    <a:pt x="103378" y="1487297"/>
                    <a:pt x="94107" y="1483487"/>
                  </a:cubicBezTo>
                  <a:cubicBezTo>
                    <a:pt x="84836" y="1479677"/>
                    <a:pt x="76073" y="1474978"/>
                    <a:pt x="67818" y="1469390"/>
                  </a:cubicBezTo>
                  <a:cubicBezTo>
                    <a:pt x="59563" y="1463802"/>
                    <a:pt x="51816" y="1457579"/>
                    <a:pt x="44704" y="1450467"/>
                  </a:cubicBezTo>
                  <a:cubicBezTo>
                    <a:pt x="37592" y="1443355"/>
                    <a:pt x="31369" y="1435735"/>
                    <a:pt x="25781" y="1427353"/>
                  </a:cubicBezTo>
                  <a:cubicBezTo>
                    <a:pt x="20193" y="1418971"/>
                    <a:pt x="15494" y="1410208"/>
                    <a:pt x="11684" y="1401064"/>
                  </a:cubicBezTo>
                  <a:cubicBezTo>
                    <a:pt x="7874" y="1391920"/>
                    <a:pt x="4953" y="1382268"/>
                    <a:pt x="3048" y="1372489"/>
                  </a:cubicBezTo>
                  <a:cubicBezTo>
                    <a:pt x="1143" y="1362710"/>
                    <a:pt x="0" y="1353058"/>
                    <a:pt x="0" y="1343025"/>
                  </a:cubicBezTo>
                  <a:close/>
                </a:path>
              </a:pathLst>
            </a:custGeom>
            <a:solidFill>
              <a:srgbClr val="10233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800149" y="2782079"/>
            <a:ext cx="5487851" cy="2347781"/>
            <a:chOff x="0" y="0"/>
            <a:chExt cx="4794250" cy="2051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8326" y="68199"/>
              <a:ext cx="4657598" cy="1914525"/>
            </a:xfrm>
            <a:custGeom>
              <a:avLst/>
              <a:gdLst/>
              <a:ahLst/>
              <a:cxnLst/>
              <a:rect r="r" b="b" t="t" l="l"/>
              <a:pathLst>
                <a:path h="1914525" w="4657598">
                  <a:moveTo>
                    <a:pt x="0" y="1766951"/>
                  </a:moveTo>
                  <a:lnTo>
                    <a:pt x="0" y="147701"/>
                  </a:lnTo>
                  <a:cubicBezTo>
                    <a:pt x="0" y="138049"/>
                    <a:pt x="889" y="128397"/>
                    <a:pt x="2794" y="118872"/>
                  </a:cubicBezTo>
                  <a:cubicBezTo>
                    <a:pt x="4699" y="109347"/>
                    <a:pt x="7493" y="100076"/>
                    <a:pt x="11176" y="91186"/>
                  </a:cubicBezTo>
                  <a:cubicBezTo>
                    <a:pt x="14859" y="82296"/>
                    <a:pt x="19431" y="73660"/>
                    <a:pt x="24765" y="65659"/>
                  </a:cubicBezTo>
                  <a:cubicBezTo>
                    <a:pt x="30099" y="57658"/>
                    <a:pt x="36322" y="50165"/>
                    <a:pt x="43180" y="43307"/>
                  </a:cubicBezTo>
                  <a:cubicBezTo>
                    <a:pt x="50038" y="36449"/>
                    <a:pt x="57531" y="30353"/>
                    <a:pt x="65532" y="24892"/>
                  </a:cubicBezTo>
                  <a:cubicBezTo>
                    <a:pt x="73533" y="19431"/>
                    <a:pt x="82042" y="14986"/>
                    <a:pt x="91059" y="11176"/>
                  </a:cubicBezTo>
                  <a:cubicBezTo>
                    <a:pt x="100076" y="7366"/>
                    <a:pt x="109220" y="4699"/>
                    <a:pt x="118745" y="2794"/>
                  </a:cubicBezTo>
                  <a:cubicBezTo>
                    <a:pt x="128270" y="889"/>
                    <a:pt x="137795" y="0"/>
                    <a:pt x="147574" y="0"/>
                  </a:cubicBezTo>
                  <a:lnTo>
                    <a:pt x="4510024" y="0"/>
                  </a:lnTo>
                  <a:cubicBezTo>
                    <a:pt x="4519676" y="0"/>
                    <a:pt x="4529328" y="889"/>
                    <a:pt x="4538853" y="2794"/>
                  </a:cubicBezTo>
                  <a:cubicBezTo>
                    <a:pt x="4548378" y="4699"/>
                    <a:pt x="4557649" y="7493"/>
                    <a:pt x="4566539" y="11176"/>
                  </a:cubicBezTo>
                  <a:cubicBezTo>
                    <a:pt x="4575429" y="14859"/>
                    <a:pt x="4584065" y="19431"/>
                    <a:pt x="4592066" y="24892"/>
                  </a:cubicBezTo>
                  <a:cubicBezTo>
                    <a:pt x="4600067" y="30353"/>
                    <a:pt x="4607560" y="36449"/>
                    <a:pt x="4614418" y="43307"/>
                  </a:cubicBezTo>
                  <a:cubicBezTo>
                    <a:pt x="4621276" y="50165"/>
                    <a:pt x="4627372" y="57658"/>
                    <a:pt x="4632833" y="65659"/>
                  </a:cubicBezTo>
                  <a:cubicBezTo>
                    <a:pt x="4638294" y="73660"/>
                    <a:pt x="4642739" y="82296"/>
                    <a:pt x="4646422" y="91186"/>
                  </a:cubicBezTo>
                  <a:cubicBezTo>
                    <a:pt x="4650105" y="100076"/>
                    <a:pt x="4652899" y="109347"/>
                    <a:pt x="4654804" y="118872"/>
                  </a:cubicBezTo>
                  <a:cubicBezTo>
                    <a:pt x="4656709" y="128397"/>
                    <a:pt x="4657598" y="138049"/>
                    <a:pt x="4657598" y="147701"/>
                  </a:cubicBezTo>
                  <a:lnTo>
                    <a:pt x="4657598" y="1766951"/>
                  </a:lnTo>
                  <a:cubicBezTo>
                    <a:pt x="4657598" y="1776603"/>
                    <a:pt x="4656709" y="1786255"/>
                    <a:pt x="4654804" y="1795780"/>
                  </a:cubicBezTo>
                  <a:cubicBezTo>
                    <a:pt x="4652899" y="1805305"/>
                    <a:pt x="4650105" y="1814576"/>
                    <a:pt x="4646422" y="1823466"/>
                  </a:cubicBezTo>
                  <a:cubicBezTo>
                    <a:pt x="4642739" y="1832356"/>
                    <a:pt x="4638167" y="1840992"/>
                    <a:pt x="4632833" y="1848993"/>
                  </a:cubicBezTo>
                  <a:cubicBezTo>
                    <a:pt x="4627499" y="1856994"/>
                    <a:pt x="4621276" y="1864487"/>
                    <a:pt x="4614418" y="1871345"/>
                  </a:cubicBezTo>
                  <a:cubicBezTo>
                    <a:pt x="4607560" y="1878203"/>
                    <a:pt x="4600067" y="1884299"/>
                    <a:pt x="4592066" y="1889633"/>
                  </a:cubicBezTo>
                  <a:cubicBezTo>
                    <a:pt x="4584065" y="1894967"/>
                    <a:pt x="4575556" y="1899539"/>
                    <a:pt x="4566539" y="1903222"/>
                  </a:cubicBezTo>
                  <a:cubicBezTo>
                    <a:pt x="4557522" y="1906905"/>
                    <a:pt x="4548378" y="1909699"/>
                    <a:pt x="4538853" y="1911604"/>
                  </a:cubicBezTo>
                  <a:cubicBezTo>
                    <a:pt x="4529328" y="1913509"/>
                    <a:pt x="4519803" y="1914525"/>
                    <a:pt x="4510024" y="1914525"/>
                  </a:cubicBezTo>
                  <a:lnTo>
                    <a:pt x="147574" y="1914525"/>
                  </a:lnTo>
                  <a:cubicBezTo>
                    <a:pt x="137922" y="1914525"/>
                    <a:pt x="128270" y="1913636"/>
                    <a:pt x="118745" y="1911731"/>
                  </a:cubicBezTo>
                  <a:cubicBezTo>
                    <a:pt x="109220" y="1909826"/>
                    <a:pt x="99949" y="1907032"/>
                    <a:pt x="91059" y="1903349"/>
                  </a:cubicBezTo>
                  <a:cubicBezTo>
                    <a:pt x="82169" y="1899666"/>
                    <a:pt x="73533" y="1895094"/>
                    <a:pt x="65532" y="1889760"/>
                  </a:cubicBezTo>
                  <a:cubicBezTo>
                    <a:pt x="57531" y="1884426"/>
                    <a:pt x="50038" y="1878203"/>
                    <a:pt x="43180" y="1871345"/>
                  </a:cubicBezTo>
                  <a:cubicBezTo>
                    <a:pt x="36322" y="1864487"/>
                    <a:pt x="30226" y="1856994"/>
                    <a:pt x="24765" y="1848993"/>
                  </a:cubicBezTo>
                  <a:cubicBezTo>
                    <a:pt x="19304" y="1840992"/>
                    <a:pt x="14859" y="1832356"/>
                    <a:pt x="11176" y="1823466"/>
                  </a:cubicBezTo>
                  <a:cubicBezTo>
                    <a:pt x="7493" y="1814576"/>
                    <a:pt x="4699" y="1805305"/>
                    <a:pt x="2794" y="1795780"/>
                  </a:cubicBezTo>
                  <a:cubicBezTo>
                    <a:pt x="889" y="1786255"/>
                    <a:pt x="0" y="1776730"/>
                    <a:pt x="0" y="1766951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4667123" cy="1924050"/>
            </a:xfrm>
            <a:custGeom>
              <a:avLst/>
              <a:gdLst/>
              <a:ahLst/>
              <a:cxnLst/>
              <a:rect r="r" b="b" t="t" l="l"/>
              <a:pathLst>
                <a:path h="1924050" w="4667123">
                  <a:moveTo>
                    <a:pt x="0" y="1771650"/>
                  </a:moveTo>
                  <a:lnTo>
                    <a:pt x="0" y="152400"/>
                  </a:lnTo>
                  <a:lnTo>
                    <a:pt x="4826" y="152400"/>
                  </a:lnTo>
                  <a:lnTo>
                    <a:pt x="0" y="152400"/>
                  </a:lnTo>
                  <a:cubicBezTo>
                    <a:pt x="0" y="142367"/>
                    <a:pt x="1016" y="132461"/>
                    <a:pt x="2921" y="122682"/>
                  </a:cubicBezTo>
                  <a:cubicBezTo>
                    <a:pt x="4826" y="112903"/>
                    <a:pt x="7747" y="103378"/>
                    <a:pt x="11557" y="94107"/>
                  </a:cubicBezTo>
                  <a:lnTo>
                    <a:pt x="16002" y="95885"/>
                  </a:lnTo>
                  <a:lnTo>
                    <a:pt x="11557" y="94107"/>
                  </a:lnTo>
                  <a:cubicBezTo>
                    <a:pt x="15367" y="84836"/>
                    <a:pt x="20066" y="76073"/>
                    <a:pt x="25654" y="67818"/>
                  </a:cubicBezTo>
                  <a:lnTo>
                    <a:pt x="29591" y="70485"/>
                  </a:lnTo>
                  <a:lnTo>
                    <a:pt x="25654" y="67818"/>
                  </a:lnTo>
                  <a:cubicBezTo>
                    <a:pt x="31242" y="59436"/>
                    <a:pt x="37592" y="51816"/>
                    <a:pt x="44577" y="44704"/>
                  </a:cubicBezTo>
                  <a:lnTo>
                    <a:pt x="47879" y="48133"/>
                  </a:lnTo>
                  <a:lnTo>
                    <a:pt x="44450" y="44831"/>
                  </a:lnTo>
                  <a:cubicBezTo>
                    <a:pt x="51562" y="37719"/>
                    <a:pt x="59182" y="31369"/>
                    <a:pt x="67564" y="25908"/>
                  </a:cubicBezTo>
                  <a:cubicBezTo>
                    <a:pt x="75819" y="20320"/>
                    <a:pt x="84709" y="15621"/>
                    <a:pt x="93853" y="11811"/>
                  </a:cubicBezTo>
                  <a:cubicBezTo>
                    <a:pt x="103124" y="8001"/>
                    <a:pt x="112649" y="5080"/>
                    <a:pt x="122428" y="3175"/>
                  </a:cubicBezTo>
                  <a:cubicBezTo>
                    <a:pt x="132461" y="1016"/>
                    <a:pt x="142367" y="0"/>
                    <a:pt x="152400" y="0"/>
                  </a:cubicBezTo>
                  <a:lnTo>
                    <a:pt x="152400" y="4826"/>
                  </a:lnTo>
                  <a:lnTo>
                    <a:pt x="152400" y="0"/>
                  </a:lnTo>
                  <a:lnTo>
                    <a:pt x="4514850" y="0"/>
                  </a:lnTo>
                  <a:lnTo>
                    <a:pt x="4514850" y="4826"/>
                  </a:lnTo>
                  <a:lnTo>
                    <a:pt x="4514850" y="0"/>
                  </a:lnTo>
                  <a:cubicBezTo>
                    <a:pt x="4524883" y="0"/>
                    <a:pt x="4534789" y="1016"/>
                    <a:pt x="4544568" y="2921"/>
                  </a:cubicBezTo>
                  <a:lnTo>
                    <a:pt x="4543679" y="7620"/>
                  </a:lnTo>
                  <a:lnTo>
                    <a:pt x="4544568" y="2921"/>
                  </a:lnTo>
                  <a:cubicBezTo>
                    <a:pt x="4554347" y="4826"/>
                    <a:pt x="4563872" y="7747"/>
                    <a:pt x="4573143" y="11557"/>
                  </a:cubicBezTo>
                  <a:cubicBezTo>
                    <a:pt x="4582414" y="15367"/>
                    <a:pt x="4591177" y="20066"/>
                    <a:pt x="4599432" y="25654"/>
                  </a:cubicBezTo>
                  <a:lnTo>
                    <a:pt x="4596765" y="29591"/>
                  </a:lnTo>
                  <a:lnTo>
                    <a:pt x="4599432" y="25654"/>
                  </a:lnTo>
                  <a:cubicBezTo>
                    <a:pt x="4607814" y="31242"/>
                    <a:pt x="4615434" y="37465"/>
                    <a:pt x="4622546" y="44577"/>
                  </a:cubicBezTo>
                  <a:lnTo>
                    <a:pt x="4619117" y="47879"/>
                  </a:lnTo>
                  <a:lnTo>
                    <a:pt x="4622546" y="44450"/>
                  </a:lnTo>
                  <a:cubicBezTo>
                    <a:pt x="4629658" y="51562"/>
                    <a:pt x="4635881" y="59182"/>
                    <a:pt x="4641469" y="67564"/>
                  </a:cubicBezTo>
                  <a:lnTo>
                    <a:pt x="4637532" y="70231"/>
                  </a:lnTo>
                  <a:lnTo>
                    <a:pt x="4641469" y="67564"/>
                  </a:lnTo>
                  <a:cubicBezTo>
                    <a:pt x="4647057" y="75819"/>
                    <a:pt x="4651756" y="84709"/>
                    <a:pt x="4655566" y="93853"/>
                  </a:cubicBezTo>
                  <a:cubicBezTo>
                    <a:pt x="4659376" y="103124"/>
                    <a:pt x="4662297" y="112649"/>
                    <a:pt x="4664202" y="122428"/>
                  </a:cubicBezTo>
                  <a:cubicBezTo>
                    <a:pt x="4666107" y="132207"/>
                    <a:pt x="4667123" y="142240"/>
                    <a:pt x="4667123" y="152146"/>
                  </a:cubicBezTo>
                  <a:lnTo>
                    <a:pt x="4667123" y="1771650"/>
                  </a:lnTo>
                  <a:cubicBezTo>
                    <a:pt x="4667123" y="1781683"/>
                    <a:pt x="4666107" y="1791589"/>
                    <a:pt x="4664202" y="1801368"/>
                  </a:cubicBezTo>
                  <a:lnTo>
                    <a:pt x="4659503" y="1800479"/>
                  </a:lnTo>
                  <a:lnTo>
                    <a:pt x="4664202" y="1801368"/>
                  </a:lnTo>
                  <a:cubicBezTo>
                    <a:pt x="4662297" y="1811147"/>
                    <a:pt x="4659376" y="1820672"/>
                    <a:pt x="4655566" y="1829943"/>
                  </a:cubicBezTo>
                  <a:cubicBezTo>
                    <a:pt x="4651756" y="1839214"/>
                    <a:pt x="4647057" y="1847977"/>
                    <a:pt x="4641469" y="1856359"/>
                  </a:cubicBezTo>
                  <a:cubicBezTo>
                    <a:pt x="4635881" y="1864614"/>
                    <a:pt x="4629531" y="1872361"/>
                    <a:pt x="4622546" y="1879473"/>
                  </a:cubicBezTo>
                  <a:cubicBezTo>
                    <a:pt x="4615434" y="1886585"/>
                    <a:pt x="4607814" y="1892808"/>
                    <a:pt x="4599432" y="1898396"/>
                  </a:cubicBezTo>
                  <a:lnTo>
                    <a:pt x="4596765" y="1894459"/>
                  </a:lnTo>
                  <a:lnTo>
                    <a:pt x="4599432" y="1898396"/>
                  </a:lnTo>
                  <a:cubicBezTo>
                    <a:pt x="4591177" y="1903984"/>
                    <a:pt x="4582287" y="1908683"/>
                    <a:pt x="4573143" y="1912493"/>
                  </a:cubicBezTo>
                  <a:lnTo>
                    <a:pt x="4571365" y="1908048"/>
                  </a:lnTo>
                  <a:lnTo>
                    <a:pt x="4573143" y="1912493"/>
                  </a:lnTo>
                  <a:cubicBezTo>
                    <a:pt x="4563872" y="1916303"/>
                    <a:pt x="4554347" y="1919224"/>
                    <a:pt x="4544568" y="1921129"/>
                  </a:cubicBezTo>
                  <a:lnTo>
                    <a:pt x="4543679" y="1916430"/>
                  </a:lnTo>
                  <a:lnTo>
                    <a:pt x="4544568" y="1921129"/>
                  </a:lnTo>
                  <a:cubicBezTo>
                    <a:pt x="4534789" y="1923161"/>
                    <a:pt x="4524883" y="1924050"/>
                    <a:pt x="4514850" y="1924050"/>
                  </a:cubicBezTo>
                  <a:lnTo>
                    <a:pt x="4514850" y="1919224"/>
                  </a:lnTo>
                  <a:lnTo>
                    <a:pt x="4514850" y="1924050"/>
                  </a:lnTo>
                  <a:lnTo>
                    <a:pt x="152400" y="1924050"/>
                  </a:lnTo>
                  <a:lnTo>
                    <a:pt x="152400" y="1919224"/>
                  </a:lnTo>
                  <a:lnTo>
                    <a:pt x="152400" y="1924050"/>
                  </a:lnTo>
                  <a:cubicBezTo>
                    <a:pt x="142367" y="1924050"/>
                    <a:pt x="132461" y="1923034"/>
                    <a:pt x="122682" y="1921129"/>
                  </a:cubicBezTo>
                  <a:lnTo>
                    <a:pt x="123571" y="1916430"/>
                  </a:lnTo>
                  <a:lnTo>
                    <a:pt x="122682" y="1921129"/>
                  </a:lnTo>
                  <a:cubicBezTo>
                    <a:pt x="112903" y="1919224"/>
                    <a:pt x="103378" y="1916303"/>
                    <a:pt x="94107" y="1912493"/>
                  </a:cubicBezTo>
                  <a:cubicBezTo>
                    <a:pt x="84836" y="1908683"/>
                    <a:pt x="76073" y="1903984"/>
                    <a:pt x="67818" y="1898396"/>
                  </a:cubicBezTo>
                  <a:cubicBezTo>
                    <a:pt x="59563" y="1892808"/>
                    <a:pt x="51816" y="1886458"/>
                    <a:pt x="44704" y="1879473"/>
                  </a:cubicBezTo>
                  <a:cubicBezTo>
                    <a:pt x="37592" y="1872361"/>
                    <a:pt x="31369" y="1864741"/>
                    <a:pt x="25781" y="1856359"/>
                  </a:cubicBezTo>
                  <a:lnTo>
                    <a:pt x="29718" y="1853692"/>
                  </a:lnTo>
                  <a:lnTo>
                    <a:pt x="25781" y="1856359"/>
                  </a:lnTo>
                  <a:cubicBezTo>
                    <a:pt x="20193" y="1848104"/>
                    <a:pt x="15494" y="1839214"/>
                    <a:pt x="11684" y="1830070"/>
                  </a:cubicBezTo>
                  <a:lnTo>
                    <a:pt x="16129" y="1828292"/>
                  </a:lnTo>
                  <a:lnTo>
                    <a:pt x="11684" y="1830070"/>
                  </a:lnTo>
                  <a:cubicBezTo>
                    <a:pt x="7874" y="1820799"/>
                    <a:pt x="4953" y="1811274"/>
                    <a:pt x="3048" y="1801495"/>
                  </a:cubicBezTo>
                  <a:lnTo>
                    <a:pt x="7747" y="1800606"/>
                  </a:lnTo>
                  <a:lnTo>
                    <a:pt x="3048" y="1801495"/>
                  </a:lnTo>
                  <a:cubicBezTo>
                    <a:pt x="1143" y="1791716"/>
                    <a:pt x="127" y="1781810"/>
                    <a:pt x="127" y="1771777"/>
                  </a:cubicBezTo>
                  <a:lnTo>
                    <a:pt x="4826" y="1771777"/>
                  </a:lnTo>
                  <a:lnTo>
                    <a:pt x="0" y="1771777"/>
                  </a:lnTo>
                  <a:moveTo>
                    <a:pt x="9525" y="1771777"/>
                  </a:moveTo>
                  <a:cubicBezTo>
                    <a:pt x="9525" y="1781175"/>
                    <a:pt x="10414" y="1790446"/>
                    <a:pt x="12319" y="1799590"/>
                  </a:cubicBezTo>
                  <a:cubicBezTo>
                    <a:pt x="14097" y="1808734"/>
                    <a:pt x="16891" y="1817751"/>
                    <a:pt x="20447" y="1826387"/>
                  </a:cubicBezTo>
                  <a:cubicBezTo>
                    <a:pt x="24003" y="1835023"/>
                    <a:pt x="28448" y="1843278"/>
                    <a:pt x="33655" y="1851025"/>
                  </a:cubicBezTo>
                  <a:cubicBezTo>
                    <a:pt x="38862" y="1858772"/>
                    <a:pt x="44831" y="1866011"/>
                    <a:pt x="51435" y="1872742"/>
                  </a:cubicBezTo>
                  <a:lnTo>
                    <a:pt x="48006" y="1876044"/>
                  </a:lnTo>
                  <a:lnTo>
                    <a:pt x="51308" y="1872615"/>
                  </a:lnTo>
                  <a:cubicBezTo>
                    <a:pt x="57912" y="1879219"/>
                    <a:pt x="65151" y="1885188"/>
                    <a:pt x="73025" y="1890395"/>
                  </a:cubicBezTo>
                  <a:lnTo>
                    <a:pt x="70358" y="1894332"/>
                  </a:lnTo>
                  <a:lnTo>
                    <a:pt x="73025" y="1890395"/>
                  </a:lnTo>
                  <a:cubicBezTo>
                    <a:pt x="80772" y="1895602"/>
                    <a:pt x="89027" y="1900047"/>
                    <a:pt x="97790" y="1903603"/>
                  </a:cubicBezTo>
                  <a:lnTo>
                    <a:pt x="96012" y="1908048"/>
                  </a:lnTo>
                  <a:lnTo>
                    <a:pt x="97790" y="1903603"/>
                  </a:lnTo>
                  <a:cubicBezTo>
                    <a:pt x="106426" y="1907159"/>
                    <a:pt x="115443" y="1909953"/>
                    <a:pt x="124587" y="1911731"/>
                  </a:cubicBezTo>
                  <a:cubicBezTo>
                    <a:pt x="133731" y="1913509"/>
                    <a:pt x="143129" y="1914525"/>
                    <a:pt x="152400" y="1914525"/>
                  </a:cubicBezTo>
                  <a:lnTo>
                    <a:pt x="4514850" y="1914525"/>
                  </a:lnTo>
                  <a:cubicBezTo>
                    <a:pt x="4524248" y="1914525"/>
                    <a:pt x="4533519" y="1913636"/>
                    <a:pt x="4542663" y="1911731"/>
                  </a:cubicBezTo>
                  <a:cubicBezTo>
                    <a:pt x="4551807" y="1909953"/>
                    <a:pt x="4560824" y="1907159"/>
                    <a:pt x="4569460" y="1903603"/>
                  </a:cubicBezTo>
                  <a:cubicBezTo>
                    <a:pt x="4578096" y="1900047"/>
                    <a:pt x="4586351" y="1895602"/>
                    <a:pt x="4594225" y="1890395"/>
                  </a:cubicBezTo>
                  <a:cubicBezTo>
                    <a:pt x="4602099" y="1885188"/>
                    <a:pt x="4609211" y="1879219"/>
                    <a:pt x="4615815" y="1872615"/>
                  </a:cubicBezTo>
                  <a:lnTo>
                    <a:pt x="4619244" y="1876044"/>
                  </a:lnTo>
                  <a:lnTo>
                    <a:pt x="4615815" y="1872742"/>
                  </a:lnTo>
                  <a:cubicBezTo>
                    <a:pt x="4622419" y="1866138"/>
                    <a:pt x="4628388" y="1858899"/>
                    <a:pt x="4633595" y="1851152"/>
                  </a:cubicBezTo>
                  <a:lnTo>
                    <a:pt x="4637532" y="1853819"/>
                  </a:lnTo>
                  <a:lnTo>
                    <a:pt x="4633595" y="1851152"/>
                  </a:lnTo>
                  <a:cubicBezTo>
                    <a:pt x="4638802" y="1843278"/>
                    <a:pt x="4643247" y="1835150"/>
                    <a:pt x="4646803" y="1826387"/>
                  </a:cubicBezTo>
                  <a:lnTo>
                    <a:pt x="4651248" y="1828165"/>
                  </a:lnTo>
                  <a:lnTo>
                    <a:pt x="4646803" y="1826387"/>
                  </a:lnTo>
                  <a:cubicBezTo>
                    <a:pt x="4650359" y="1817751"/>
                    <a:pt x="4653153" y="1808734"/>
                    <a:pt x="4654931" y="1799590"/>
                  </a:cubicBezTo>
                  <a:cubicBezTo>
                    <a:pt x="4656709" y="1790446"/>
                    <a:pt x="4657725" y="1781175"/>
                    <a:pt x="4657725" y="1771777"/>
                  </a:cubicBezTo>
                  <a:lnTo>
                    <a:pt x="4662424" y="1771777"/>
                  </a:lnTo>
                  <a:lnTo>
                    <a:pt x="4657598" y="1771777"/>
                  </a:lnTo>
                  <a:lnTo>
                    <a:pt x="4657598" y="152400"/>
                  </a:lnTo>
                  <a:lnTo>
                    <a:pt x="4662424" y="152400"/>
                  </a:lnTo>
                  <a:lnTo>
                    <a:pt x="4657725" y="152400"/>
                  </a:lnTo>
                  <a:cubicBezTo>
                    <a:pt x="4657725" y="143002"/>
                    <a:pt x="4656836" y="133731"/>
                    <a:pt x="4654931" y="124460"/>
                  </a:cubicBezTo>
                  <a:lnTo>
                    <a:pt x="4659630" y="123571"/>
                  </a:lnTo>
                  <a:lnTo>
                    <a:pt x="4654931" y="124460"/>
                  </a:lnTo>
                  <a:cubicBezTo>
                    <a:pt x="4653153" y="115316"/>
                    <a:pt x="4650359" y="106299"/>
                    <a:pt x="4646803" y="97663"/>
                  </a:cubicBezTo>
                  <a:lnTo>
                    <a:pt x="4651248" y="95885"/>
                  </a:lnTo>
                  <a:lnTo>
                    <a:pt x="4646803" y="97663"/>
                  </a:lnTo>
                  <a:cubicBezTo>
                    <a:pt x="4643247" y="89027"/>
                    <a:pt x="4638802" y="80772"/>
                    <a:pt x="4633595" y="72898"/>
                  </a:cubicBezTo>
                  <a:cubicBezTo>
                    <a:pt x="4628388" y="65151"/>
                    <a:pt x="4622419" y="57912"/>
                    <a:pt x="4615815" y="51308"/>
                  </a:cubicBezTo>
                  <a:cubicBezTo>
                    <a:pt x="4609211" y="44704"/>
                    <a:pt x="4601972" y="38735"/>
                    <a:pt x="4594225" y="33528"/>
                  </a:cubicBezTo>
                  <a:cubicBezTo>
                    <a:pt x="4586478" y="28321"/>
                    <a:pt x="4578223" y="23876"/>
                    <a:pt x="4569460" y="20320"/>
                  </a:cubicBezTo>
                  <a:lnTo>
                    <a:pt x="4571238" y="15875"/>
                  </a:lnTo>
                  <a:lnTo>
                    <a:pt x="4569460" y="20320"/>
                  </a:lnTo>
                  <a:cubicBezTo>
                    <a:pt x="4560824" y="16764"/>
                    <a:pt x="4551807" y="14097"/>
                    <a:pt x="4542663" y="12192"/>
                  </a:cubicBezTo>
                  <a:cubicBezTo>
                    <a:pt x="4533519" y="10414"/>
                    <a:pt x="4524121" y="9398"/>
                    <a:pt x="4514723" y="9398"/>
                  </a:cubicBezTo>
                  <a:lnTo>
                    <a:pt x="152400" y="9398"/>
                  </a:lnTo>
                  <a:cubicBezTo>
                    <a:pt x="143002" y="9398"/>
                    <a:pt x="133731" y="10287"/>
                    <a:pt x="124460" y="12192"/>
                  </a:cubicBezTo>
                  <a:lnTo>
                    <a:pt x="123571" y="7493"/>
                  </a:lnTo>
                  <a:lnTo>
                    <a:pt x="124460" y="12192"/>
                  </a:lnTo>
                  <a:cubicBezTo>
                    <a:pt x="115316" y="13970"/>
                    <a:pt x="106299" y="16764"/>
                    <a:pt x="97663" y="20320"/>
                  </a:cubicBezTo>
                  <a:lnTo>
                    <a:pt x="95885" y="15875"/>
                  </a:lnTo>
                  <a:lnTo>
                    <a:pt x="97663" y="20320"/>
                  </a:lnTo>
                  <a:cubicBezTo>
                    <a:pt x="89027" y="23876"/>
                    <a:pt x="80772" y="28321"/>
                    <a:pt x="72898" y="33528"/>
                  </a:cubicBezTo>
                  <a:lnTo>
                    <a:pt x="70231" y="29591"/>
                  </a:lnTo>
                  <a:lnTo>
                    <a:pt x="72898" y="33528"/>
                  </a:lnTo>
                  <a:cubicBezTo>
                    <a:pt x="65151" y="38735"/>
                    <a:pt x="57912" y="44704"/>
                    <a:pt x="51308" y="51308"/>
                  </a:cubicBezTo>
                  <a:cubicBezTo>
                    <a:pt x="44704" y="57912"/>
                    <a:pt x="38735" y="65151"/>
                    <a:pt x="33528" y="72898"/>
                  </a:cubicBezTo>
                  <a:cubicBezTo>
                    <a:pt x="28321" y="80645"/>
                    <a:pt x="23876" y="88900"/>
                    <a:pt x="20320" y="97536"/>
                  </a:cubicBezTo>
                  <a:cubicBezTo>
                    <a:pt x="16764" y="106172"/>
                    <a:pt x="13970" y="115062"/>
                    <a:pt x="12192" y="124333"/>
                  </a:cubicBezTo>
                  <a:lnTo>
                    <a:pt x="7493" y="123444"/>
                  </a:lnTo>
                  <a:lnTo>
                    <a:pt x="12192" y="124333"/>
                  </a:lnTo>
                  <a:cubicBezTo>
                    <a:pt x="10414" y="133604"/>
                    <a:pt x="9398" y="142875"/>
                    <a:pt x="9398" y="152273"/>
                  </a:cubicBezTo>
                  <a:lnTo>
                    <a:pt x="9398" y="1771650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476102" y="3101465"/>
            <a:ext cx="4399130" cy="180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b="true" sz="2060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자동</a:t>
            </a:r>
          </a:p>
          <a:p>
            <a:pPr algn="l">
              <a:lnSpc>
                <a:spcPts val="4120"/>
              </a:lnSpc>
            </a:pPr>
            <a:r>
              <a:rPr lang="en-US" b="true" sz="2747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로봇 · 01–03</a:t>
            </a:r>
          </a:p>
          <a:p>
            <a:pPr algn="l">
              <a:lnSpc>
                <a:spcPts val="3090"/>
              </a:lnSpc>
            </a:pPr>
            <a:r>
              <a:rPr lang="en-US" sz="2060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하우징 투입 · 입력 커버 결합 · 볼트 체결 · 반전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76177" y="3101465"/>
            <a:ext cx="4157846" cy="180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b="true" sz="2060">
                <a:solidFill>
                  <a:srgbClr val="C4621A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반자동</a:t>
            </a:r>
          </a:p>
          <a:p>
            <a:pPr algn="l">
              <a:lnSpc>
                <a:spcPts val="4120"/>
              </a:lnSpc>
            </a:pPr>
            <a:r>
              <a:rPr lang="en-US" b="true" sz="2747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작업자 · 서브②</a:t>
            </a:r>
          </a:p>
          <a:p>
            <a:pPr algn="l">
              <a:lnSpc>
                <a:spcPts val="3090"/>
              </a:lnSpc>
            </a:pPr>
            <a:r>
              <a:rPr lang="en-US" sz="2060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편심축·편심 베어링을 외치기어에 조립, 편심 방향 확인 (지그·비전)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2423" y="6882058"/>
            <a:ext cx="10928972" cy="371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4"/>
              </a:lnSpc>
            </a:pPr>
            <a:r>
              <a:rPr lang="en-US" sz="2060">
                <a:solidFill>
                  <a:srgbClr val="BFD0E3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곡선 판정 NG · 검사 보류 → 라인에서 배출 → AMR이 재작업·격리 구역으로 이송 → 작업자가 원인 확인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76251" y="3335820"/>
            <a:ext cx="4573153" cy="111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8"/>
              </a:lnSpc>
            </a:pPr>
            <a:r>
              <a:rPr lang="en-US" b="true" sz="2060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자동</a:t>
            </a:r>
          </a:p>
          <a:p>
            <a:pPr algn="l">
              <a:lnSpc>
                <a:spcPts val="3571"/>
              </a:lnSpc>
            </a:pPr>
            <a:r>
              <a:rPr lang="en-US" b="true" sz="2747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로봇 · 04–09</a:t>
            </a:r>
          </a:p>
          <a:p>
            <a:pPr algn="l">
              <a:lnSpc>
                <a:spcPts val="2678"/>
              </a:lnSpc>
            </a:pPr>
            <a:r>
              <a:rPr lang="en-US" sz="2060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기어 삽입 · 부시·플랜지 · 압입 · 체결 · 검사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2423" y="6317377"/>
            <a:ext cx="4061245" cy="501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b="true" sz="2747">
                <a:solidFill>
                  <a:srgbClr val="F6F8FB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예외가 생기면 작업자가 개입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163800" y="9380868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19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9048" y="1200150"/>
            <a:ext cx="5635485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b="true" sz="2499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05 · 자동·반자동 연계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7173" y="1497327"/>
            <a:ext cx="1057479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작업자</a:t>
            </a:r>
            <a:r>
              <a:rPr lang="en-US" b="true" sz="5199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는 서브조립과 예외 처리를 담당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2888" y="2849886"/>
            <a:ext cx="5221746" cy="3987515"/>
            <a:chOff x="0" y="0"/>
            <a:chExt cx="6705600" cy="5120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056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6705600">
                  <a:moveTo>
                    <a:pt x="195707" y="0"/>
                  </a:moveTo>
                  <a:lnTo>
                    <a:pt x="6509893" y="0"/>
                  </a:lnTo>
                  <a:cubicBezTo>
                    <a:pt x="6617979" y="0"/>
                    <a:pt x="6705600" y="87621"/>
                    <a:pt x="6705600" y="195707"/>
                  </a:cubicBezTo>
                  <a:lnTo>
                    <a:pt x="6705600" y="4924933"/>
                  </a:lnTo>
                  <a:cubicBezTo>
                    <a:pt x="6705600" y="5033019"/>
                    <a:pt x="6617979" y="5120640"/>
                    <a:pt x="6509893" y="5120640"/>
                  </a:cubicBezTo>
                  <a:lnTo>
                    <a:pt x="195707" y="5120640"/>
                  </a:lnTo>
                  <a:cubicBezTo>
                    <a:pt x="87621" y="5120640"/>
                    <a:pt x="0" y="5033019"/>
                    <a:pt x="0" y="4924933"/>
                  </a:cubicBezTo>
                  <a:lnTo>
                    <a:pt x="0" y="195707"/>
                  </a:lnTo>
                  <a:cubicBezTo>
                    <a:pt x="0" y="87621"/>
                    <a:pt x="87621" y="0"/>
                    <a:pt x="195707" y="0"/>
                  </a:cubicBezTo>
                  <a:close/>
                </a:path>
              </a:pathLst>
            </a:custGeom>
            <a:solidFill>
              <a:srgbClr val="FCFDFE"/>
            </a:solidFill>
            <a:ln w="19050" cap="sq">
              <a:solidFill>
                <a:srgbClr val="D5DEE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705600" cy="51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20221" y="2849886"/>
            <a:ext cx="5221746" cy="3987515"/>
            <a:chOff x="0" y="0"/>
            <a:chExt cx="6705600" cy="5120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056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6705600">
                  <a:moveTo>
                    <a:pt x="195707" y="0"/>
                  </a:moveTo>
                  <a:lnTo>
                    <a:pt x="6509893" y="0"/>
                  </a:lnTo>
                  <a:cubicBezTo>
                    <a:pt x="6617979" y="0"/>
                    <a:pt x="6705600" y="87621"/>
                    <a:pt x="6705600" y="195707"/>
                  </a:cubicBezTo>
                  <a:lnTo>
                    <a:pt x="6705600" y="4924933"/>
                  </a:lnTo>
                  <a:cubicBezTo>
                    <a:pt x="6705600" y="5033019"/>
                    <a:pt x="6617979" y="5120640"/>
                    <a:pt x="6509893" y="5120640"/>
                  </a:cubicBezTo>
                  <a:lnTo>
                    <a:pt x="195707" y="5120640"/>
                  </a:lnTo>
                  <a:cubicBezTo>
                    <a:pt x="87621" y="5120640"/>
                    <a:pt x="0" y="5033019"/>
                    <a:pt x="0" y="4924933"/>
                  </a:cubicBezTo>
                  <a:lnTo>
                    <a:pt x="0" y="195707"/>
                  </a:lnTo>
                  <a:cubicBezTo>
                    <a:pt x="0" y="87621"/>
                    <a:pt x="87621" y="0"/>
                    <a:pt x="195707" y="0"/>
                  </a:cubicBezTo>
                  <a:close/>
                </a:path>
              </a:pathLst>
            </a:custGeom>
            <a:solidFill>
              <a:srgbClr val="FCFDFE"/>
            </a:solidFill>
            <a:ln w="19050" cap="sq">
              <a:solidFill>
                <a:srgbClr val="D5DEE9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705600" cy="51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37554" y="2849886"/>
            <a:ext cx="5221746" cy="3987515"/>
            <a:chOff x="0" y="0"/>
            <a:chExt cx="6705600" cy="5120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056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6705600">
                  <a:moveTo>
                    <a:pt x="195707" y="0"/>
                  </a:moveTo>
                  <a:lnTo>
                    <a:pt x="6509893" y="0"/>
                  </a:lnTo>
                  <a:cubicBezTo>
                    <a:pt x="6617979" y="0"/>
                    <a:pt x="6705600" y="87621"/>
                    <a:pt x="6705600" y="195707"/>
                  </a:cubicBezTo>
                  <a:lnTo>
                    <a:pt x="6705600" y="4924933"/>
                  </a:lnTo>
                  <a:cubicBezTo>
                    <a:pt x="6705600" y="5033019"/>
                    <a:pt x="6617979" y="5120640"/>
                    <a:pt x="6509893" y="5120640"/>
                  </a:cubicBezTo>
                  <a:lnTo>
                    <a:pt x="195707" y="5120640"/>
                  </a:lnTo>
                  <a:cubicBezTo>
                    <a:pt x="87621" y="5120640"/>
                    <a:pt x="0" y="5033019"/>
                    <a:pt x="0" y="4924933"/>
                  </a:cubicBezTo>
                  <a:lnTo>
                    <a:pt x="0" y="195707"/>
                  </a:lnTo>
                  <a:cubicBezTo>
                    <a:pt x="0" y="87621"/>
                    <a:pt x="87621" y="0"/>
                    <a:pt x="195707" y="0"/>
                  </a:cubicBezTo>
                  <a:close/>
                </a:path>
              </a:pathLst>
            </a:custGeom>
            <a:solidFill>
              <a:srgbClr val="FCFDFE"/>
            </a:solidFill>
            <a:ln w="19050" cap="sq">
              <a:solidFill>
                <a:srgbClr val="D5DEE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705600" cy="51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02888" y="7033217"/>
            <a:ext cx="16456412" cy="1155114"/>
            <a:chOff x="0" y="0"/>
            <a:chExt cx="21132800" cy="1483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132800" cy="1483360"/>
            </a:xfrm>
            <a:custGeom>
              <a:avLst/>
              <a:gdLst/>
              <a:ahLst/>
              <a:cxnLst/>
              <a:rect r="r" b="b" t="t" l="l"/>
              <a:pathLst>
                <a:path h="1483360" w="21132800">
                  <a:moveTo>
                    <a:pt x="146780" y="0"/>
                  </a:moveTo>
                  <a:lnTo>
                    <a:pt x="20986020" y="0"/>
                  </a:lnTo>
                  <a:cubicBezTo>
                    <a:pt x="21024948" y="0"/>
                    <a:pt x="21062282" y="15464"/>
                    <a:pt x="21089809" y="42991"/>
                  </a:cubicBezTo>
                  <a:cubicBezTo>
                    <a:pt x="21117336" y="70518"/>
                    <a:pt x="21132800" y="107852"/>
                    <a:pt x="21132800" y="146780"/>
                  </a:cubicBezTo>
                  <a:lnTo>
                    <a:pt x="21132800" y="1336580"/>
                  </a:lnTo>
                  <a:cubicBezTo>
                    <a:pt x="21132800" y="1375508"/>
                    <a:pt x="21117336" y="1412842"/>
                    <a:pt x="21089809" y="1440369"/>
                  </a:cubicBezTo>
                  <a:cubicBezTo>
                    <a:pt x="21062282" y="1467896"/>
                    <a:pt x="21024948" y="1483360"/>
                    <a:pt x="20986020" y="1483360"/>
                  </a:cubicBezTo>
                  <a:lnTo>
                    <a:pt x="146780" y="1483360"/>
                  </a:lnTo>
                  <a:cubicBezTo>
                    <a:pt x="107852" y="1483360"/>
                    <a:pt x="70518" y="1467896"/>
                    <a:pt x="42991" y="1440369"/>
                  </a:cubicBezTo>
                  <a:cubicBezTo>
                    <a:pt x="15464" y="1412842"/>
                    <a:pt x="0" y="1375508"/>
                    <a:pt x="0" y="1336580"/>
                  </a:cubicBezTo>
                  <a:lnTo>
                    <a:pt x="0" y="146780"/>
                  </a:lnTo>
                  <a:cubicBezTo>
                    <a:pt x="0" y="107852"/>
                    <a:pt x="15464" y="70518"/>
                    <a:pt x="42991" y="42991"/>
                  </a:cubicBezTo>
                  <a:cubicBezTo>
                    <a:pt x="70518" y="15464"/>
                    <a:pt x="107852" y="0"/>
                    <a:pt x="146780" y="0"/>
                  </a:cubicBezTo>
                  <a:close/>
                </a:path>
              </a:pathLst>
            </a:custGeom>
            <a:solidFill>
              <a:srgbClr val="10233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132800" cy="1521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98475" y="3109206"/>
            <a:ext cx="4430572" cy="55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1"/>
              </a:lnSpc>
              <a:spcBef>
                <a:spcPct val="0"/>
              </a:spcBef>
            </a:pPr>
            <a:r>
              <a:rPr lang="en-US" b="true" sz="3322" strike="noStrike" u="none">
                <a:solidFill>
                  <a:srgbClr val="10233D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① 메인 라인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6710" y="7277407"/>
            <a:ext cx="15507003" cy="60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2"/>
              </a:lnSpc>
              <a:spcBef>
                <a:spcPct val="0"/>
              </a:spcBef>
            </a:pPr>
            <a:r>
              <a:rPr lang="en-US" b="true" sz="3530" strike="noStrike" u="none">
                <a:solidFill>
                  <a:srgbClr val="FFFFFF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불량은 라인 밖 중앙 데스크에서 고치고, 고친 제품은 불량이 난 공정으로 반환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15808" y="3109206"/>
            <a:ext cx="4430572" cy="55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1"/>
              </a:lnSpc>
              <a:spcBef>
                <a:spcPct val="0"/>
              </a:spcBef>
            </a:pPr>
            <a:r>
              <a:rPr lang="en-US" b="true" sz="3322" strike="noStrike" u="none">
                <a:solidFill>
                  <a:srgbClr val="10233D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② 재작업 데스크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33141" y="3109206"/>
            <a:ext cx="4430572" cy="55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1"/>
              </a:lnSpc>
              <a:spcBef>
                <a:spcPct val="0"/>
              </a:spcBef>
            </a:pPr>
            <a:r>
              <a:rPr lang="en-US" b="true" sz="3322" strike="noStrike" u="none">
                <a:solidFill>
                  <a:srgbClr val="10233D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③ AMR 두 동선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8475" y="3676928"/>
            <a:ext cx="4430572" cy="259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32"/>
              </a:lnSpc>
              <a:spcBef>
                <a:spcPct val="0"/>
              </a:spcBef>
            </a:pPr>
            <a:r>
              <a:rPr lang="en-US" sz="2907" strike="noStrike" u="none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U자 컨베이어, 한 방향 흐름</a:t>
            </a:r>
          </a:p>
          <a:p>
            <a:pPr algn="l" marL="0" indent="0" lvl="0">
              <a:lnSpc>
                <a:spcPts val="5232"/>
              </a:lnSpc>
              <a:spcBef>
                <a:spcPct val="0"/>
              </a:spcBef>
            </a:pPr>
            <a:r>
              <a:rPr lang="en-US" sz="2907" strike="noStrike" u="none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부분 조립품 2종,</a:t>
            </a:r>
            <a:r>
              <a:rPr lang="en-US" sz="2907" strike="noStrike" u="none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라인 옆에서</a:t>
            </a:r>
            <a:r>
              <a:rPr lang="en-US" sz="2907" strike="noStrike" u="none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중간</a:t>
            </a:r>
            <a:r>
              <a:rPr lang="en-US" sz="2907" strike="noStrike" u="none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투입</a:t>
            </a:r>
          </a:p>
          <a:p>
            <a:pPr algn="l" marL="0" indent="0" lvl="0">
              <a:lnSpc>
                <a:spcPts val="5232"/>
              </a:lnSpc>
              <a:spcBef>
                <a:spcPct val="0"/>
              </a:spcBef>
            </a:pPr>
            <a:r>
              <a:rPr lang="en-US" sz="2907" strike="noStrike" u="none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끝에서 OK 제품 출하 대기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15808" y="3676928"/>
            <a:ext cx="4430572" cy="259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32"/>
              </a:lnSpc>
              <a:spcBef>
                <a:spcPct val="0"/>
              </a:spcBef>
            </a:pPr>
            <a:r>
              <a:rPr lang="en-US" sz="2907" strike="noStrike" u="none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U자 안쪽 중앙에 배치</a:t>
            </a:r>
          </a:p>
          <a:p>
            <a:pPr algn="l" marL="0" indent="0" lvl="0">
              <a:lnSpc>
                <a:spcPts val="5232"/>
              </a:lnSpc>
              <a:spcBef>
                <a:spcPct val="0"/>
              </a:spcBef>
            </a:pPr>
            <a:r>
              <a:rPr lang="en-US" sz="2907" strike="noStrike" u="none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NG 입고 버퍼 → 분석·수리</a:t>
            </a:r>
          </a:p>
          <a:p>
            <a:pPr algn="l" marL="0" indent="0" lvl="0">
              <a:lnSpc>
                <a:spcPts val="5232"/>
              </a:lnSpc>
              <a:spcBef>
                <a:spcPct val="0"/>
              </a:spcBef>
            </a:pPr>
            <a:r>
              <a:rPr lang="en-US" sz="2907" strike="noStrike" u="none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→ 수리 완료 버퍼</a:t>
            </a:r>
          </a:p>
          <a:p>
            <a:pPr algn="l" marL="0" indent="0" lvl="0">
              <a:lnSpc>
                <a:spcPts val="5232"/>
              </a:lnSpc>
              <a:spcBef>
                <a:spcPct val="0"/>
              </a:spcBef>
            </a:pPr>
            <a:r>
              <a:rPr lang="en-US" sz="2907" strike="noStrike" u="none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보류 격리 · 폐기 · MES 기록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33141" y="3676928"/>
            <a:ext cx="4430572" cy="259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32"/>
              </a:lnSpc>
              <a:spcBef>
                <a:spcPct val="0"/>
              </a:spcBef>
            </a:pPr>
            <a:r>
              <a:rPr lang="en-US" sz="2907" strike="noStrike" u="none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안쪽: 불량 순환 루트 (한 방향)</a:t>
            </a:r>
          </a:p>
          <a:p>
            <a:pPr algn="l" marL="0" indent="0" lvl="0">
              <a:lnSpc>
                <a:spcPts val="5232"/>
              </a:lnSpc>
              <a:spcBef>
                <a:spcPct val="0"/>
              </a:spcBef>
            </a:pPr>
            <a:r>
              <a:rPr lang="en-US" sz="2907" strike="noStrike" u="none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바깥: 부품 공급 루트</a:t>
            </a:r>
          </a:p>
          <a:p>
            <a:pPr algn="l" marL="0" indent="0" lvl="0">
              <a:lnSpc>
                <a:spcPts val="5232"/>
              </a:lnSpc>
              <a:spcBef>
                <a:spcPct val="0"/>
              </a:spcBef>
            </a:pPr>
            <a:r>
              <a:rPr lang="en-US" sz="2907" strike="noStrike" u="none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스테이션마다 N·R 포트</a:t>
            </a:r>
          </a:p>
          <a:p>
            <a:pPr algn="l" marL="0" indent="0" lvl="0">
              <a:lnSpc>
                <a:spcPts val="5232"/>
              </a:lnSpc>
              <a:spcBef>
                <a:spcPct val="0"/>
              </a:spcBef>
            </a:pPr>
            <a:r>
              <a:rPr lang="en-US" sz="2907" strike="noStrike" u="none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N 불량 배출 · R 수리품 복귀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63800" y="9380868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20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9048" y="1200150"/>
            <a:ext cx="5635485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b="true" sz="2499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05 · 레이아웃 스케치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2888" y="1475105"/>
            <a:ext cx="385395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공정</a:t>
            </a:r>
            <a:r>
              <a:rPr lang="en-US" b="true" sz="5199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레이아웃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7156" y="-106254"/>
            <a:ext cx="15921978" cy="10393254"/>
          </a:xfrm>
          <a:custGeom>
            <a:avLst/>
            <a:gdLst/>
            <a:ahLst/>
            <a:cxnLst/>
            <a:rect r="r" b="b" t="t" l="l"/>
            <a:pathLst>
              <a:path h="10393254" w="15921978">
                <a:moveTo>
                  <a:pt x="0" y="0"/>
                </a:moveTo>
                <a:lnTo>
                  <a:pt x="15921978" y="0"/>
                </a:lnTo>
                <a:lnTo>
                  <a:pt x="15921978" y="10393254"/>
                </a:lnTo>
                <a:lnTo>
                  <a:pt x="0" y="10393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422" r="-2575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743042" y="9538188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10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8F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49469" y="4057650"/>
            <a:ext cx="13106400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00"/>
              </a:lnSpc>
              <a:spcBef>
                <a:spcPct val="0"/>
              </a:spcBef>
            </a:pPr>
            <a:r>
              <a:rPr lang="en-US" sz="15000">
                <a:solidFill>
                  <a:srgbClr val="10233D"/>
                </a:solidFill>
                <a:latin typeface="TDTD와이드"/>
                <a:ea typeface="TDTD와이드"/>
                <a:cs typeface="TDTD와이드"/>
                <a:sym typeface="TDTD와이드"/>
              </a:rPr>
              <a:t>해석 기획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32131" y="3476988"/>
            <a:ext cx="3333024" cy="3333024"/>
            <a:chOff x="0" y="0"/>
            <a:chExt cx="3048000" cy="304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1524000"/>
                  </a:moveTo>
                  <a:cubicBezTo>
                    <a:pt x="0" y="2365682"/>
                    <a:pt x="682318" y="3048000"/>
                    <a:pt x="1524000" y="3048000"/>
                  </a:cubicBezTo>
                  <a:cubicBezTo>
                    <a:pt x="2365682" y="3048000"/>
                    <a:pt x="3048000" y="2365682"/>
                    <a:pt x="3048000" y="1524000"/>
                  </a:cubicBezTo>
                  <a:cubicBezTo>
                    <a:pt x="3048000" y="682318"/>
                    <a:pt x="2365682" y="0"/>
                    <a:pt x="1524000" y="0"/>
                  </a:cubicBezTo>
                  <a:cubicBezTo>
                    <a:pt x="682318" y="0"/>
                    <a:pt x="0" y="682318"/>
                    <a:pt x="0" y="1524000"/>
                  </a:cubicBez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48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426455" y="6211667"/>
            <a:ext cx="13106400" cy="28575"/>
            <a:chOff x="0" y="0"/>
            <a:chExt cx="174752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475200" cy="38100"/>
            </a:xfrm>
            <a:custGeom>
              <a:avLst/>
              <a:gdLst/>
              <a:ahLst/>
              <a:cxnLst/>
              <a:rect r="r" b="b" t="t" l="l"/>
              <a:pathLst>
                <a:path h="38100" w="17475200">
                  <a:moveTo>
                    <a:pt x="0" y="0"/>
                  </a:moveTo>
                  <a:lnTo>
                    <a:pt x="17475200" y="0"/>
                  </a:lnTo>
                  <a:lnTo>
                    <a:pt x="17475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4752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55643" y="4210050"/>
            <a:ext cx="228600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00"/>
              </a:lnSpc>
              <a:spcBef>
                <a:spcPct val="0"/>
              </a:spcBef>
            </a:pPr>
            <a:r>
              <a:rPr lang="en-US" sz="12000" strike="noStrike" u="none">
                <a:solidFill>
                  <a:srgbClr val="FFFFFF"/>
                </a:solidFill>
                <a:latin typeface="TDTD와이드"/>
                <a:ea typeface="TDTD와이드"/>
                <a:cs typeface="TDTD와이드"/>
                <a:sym typeface="TDTD와이드"/>
              </a:rPr>
              <a:t>06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02" y="8825528"/>
            <a:ext cx="18200498" cy="820335"/>
          </a:xfrm>
          <a:custGeom>
            <a:avLst/>
            <a:gdLst/>
            <a:ahLst/>
            <a:cxnLst/>
            <a:rect r="r" b="b" t="t" l="l"/>
            <a:pathLst>
              <a:path h="820335" w="18200498">
                <a:moveTo>
                  <a:pt x="0" y="0"/>
                </a:moveTo>
                <a:lnTo>
                  <a:pt x="18200498" y="0"/>
                </a:lnTo>
                <a:lnTo>
                  <a:pt x="18200498" y="820335"/>
                </a:lnTo>
                <a:lnTo>
                  <a:pt x="0" y="82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0955" y="4859460"/>
            <a:ext cx="5687656" cy="3900441"/>
          </a:xfrm>
          <a:custGeom>
            <a:avLst/>
            <a:gdLst/>
            <a:ahLst/>
            <a:cxnLst/>
            <a:rect r="r" b="b" t="t" l="l"/>
            <a:pathLst>
              <a:path h="3900441" w="5687656">
                <a:moveTo>
                  <a:pt x="0" y="0"/>
                </a:moveTo>
                <a:lnTo>
                  <a:pt x="5687655" y="0"/>
                </a:lnTo>
                <a:lnTo>
                  <a:pt x="5687655" y="3900441"/>
                </a:lnTo>
                <a:lnTo>
                  <a:pt x="0" y="3900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62323" y="3602911"/>
            <a:ext cx="4987636" cy="1683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07 스테이션 (주 베어링 압입단계)</a:t>
            </a:r>
          </a:p>
          <a:p>
            <a:pPr algn="l">
              <a:lnSpc>
                <a:spcPts val="3376"/>
              </a:lnSpc>
            </a:pPr>
            <a:r>
              <a:rPr lang="en-US" sz="2411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출력 주베어링 압입</a:t>
            </a:r>
          </a:p>
          <a:p>
            <a:pPr algn="l">
              <a:lnSpc>
                <a:spcPts val="3376"/>
              </a:lnSpc>
            </a:pPr>
          </a:p>
          <a:p>
            <a:pPr algn="l">
              <a:lnSpc>
                <a:spcPts val="337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415467" y="3602911"/>
            <a:ext cx="4987636" cy="1683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03 · 08 스테이션 (볼트체결 단계)</a:t>
            </a:r>
          </a:p>
          <a:p>
            <a:pPr algn="l">
              <a:lnSpc>
                <a:spcPts val="3376"/>
              </a:lnSpc>
            </a:pPr>
            <a:r>
              <a:rPr lang="en-US" sz="2411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커버 볼트 체결 (각 10개)</a:t>
            </a:r>
          </a:p>
          <a:p>
            <a:pPr algn="l">
              <a:lnSpc>
                <a:spcPts val="3376"/>
              </a:lnSpc>
            </a:pPr>
          </a:p>
          <a:p>
            <a:pPr algn="l">
              <a:lnSpc>
                <a:spcPts val="337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12517" y="8951495"/>
            <a:ext cx="17150469" cy="458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 b="true">
                <a:solidFill>
                  <a:srgbClr val="FFFFFF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해석 결과  →  스테이션 판정 기준  →  DELMIA 검사 분기(OK / NG) 조건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53107" y="3602911"/>
            <a:ext cx="4987636" cy="173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01 ~ 09 팔레트 지그</a:t>
            </a:r>
          </a:p>
          <a:p>
            <a:pPr algn="l">
              <a:lnSpc>
                <a:spcPts val="3376"/>
              </a:lnSpc>
            </a:pPr>
            <a:r>
              <a:rPr lang="en-US" sz="2411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하우징 클램핑 고정</a:t>
            </a:r>
          </a:p>
          <a:p>
            <a:pPr algn="l">
              <a:lnSpc>
                <a:spcPts val="3376"/>
              </a:lnSpc>
            </a:pPr>
          </a:p>
          <a:p>
            <a:pPr algn="l">
              <a:lnSpc>
                <a:spcPts val="337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50010" y="3602911"/>
            <a:ext cx="2187560" cy="3867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 b="true">
                <a:solidFill>
                  <a:srgbClr val="1976D2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대상 공정</a:t>
            </a:r>
          </a:p>
          <a:p>
            <a:pPr algn="l">
              <a:lnSpc>
                <a:spcPts val="3376"/>
              </a:lnSpc>
            </a:pPr>
          </a:p>
          <a:p>
            <a:pPr algn="l">
              <a:lnSpc>
                <a:spcPts val="3376"/>
              </a:lnSpc>
            </a:pPr>
          </a:p>
          <a:p>
            <a:pPr algn="l">
              <a:lnSpc>
                <a:spcPts val="3376"/>
              </a:lnSpc>
            </a:pPr>
          </a:p>
          <a:p>
            <a:pPr algn="l">
              <a:lnSpc>
                <a:spcPts val="3376"/>
              </a:lnSpc>
            </a:pPr>
          </a:p>
          <a:p>
            <a:pPr algn="l">
              <a:lnSpc>
                <a:spcPts val="3376"/>
              </a:lnSpc>
            </a:pPr>
          </a:p>
          <a:p>
            <a:pPr algn="l">
              <a:lnSpc>
                <a:spcPts val="3376"/>
              </a:lnSpc>
            </a:pPr>
          </a:p>
          <a:p>
            <a:pPr algn="l">
              <a:lnSpc>
                <a:spcPts val="3376"/>
              </a:lnSpc>
            </a:pPr>
          </a:p>
          <a:p>
            <a:pPr algn="l">
              <a:lnSpc>
                <a:spcPts val="337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15467" y="2613222"/>
            <a:ext cx="4987636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10233D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② 볼트 체결 토크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53107" y="2613222"/>
            <a:ext cx="4987636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10233D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③ 팔레트 지그 하우징 변형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1792" y="2630085"/>
            <a:ext cx="4987636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10233D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① 베어링 압입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60461" y="9741113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23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7502" y="3422255"/>
            <a:ext cx="18200498" cy="65627"/>
          </a:xfrm>
          <a:custGeom>
            <a:avLst/>
            <a:gdLst/>
            <a:ahLst/>
            <a:cxnLst/>
            <a:rect r="r" b="b" t="t" l="l"/>
            <a:pathLst>
              <a:path h="65627" w="18200498">
                <a:moveTo>
                  <a:pt x="0" y="0"/>
                </a:moveTo>
                <a:lnTo>
                  <a:pt x="18200498" y="0"/>
                </a:lnTo>
                <a:lnTo>
                  <a:pt x="18200498" y="65627"/>
                </a:lnTo>
                <a:lnTo>
                  <a:pt x="0" y="65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7502" y="4723853"/>
            <a:ext cx="18200498" cy="54689"/>
          </a:xfrm>
          <a:custGeom>
            <a:avLst/>
            <a:gdLst/>
            <a:ahLst/>
            <a:cxnLst/>
            <a:rect r="r" b="b" t="t" l="l"/>
            <a:pathLst>
              <a:path h="54689" w="18200498">
                <a:moveTo>
                  <a:pt x="0" y="0"/>
                </a:moveTo>
                <a:lnTo>
                  <a:pt x="18200498" y="0"/>
                </a:lnTo>
                <a:lnTo>
                  <a:pt x="18200498" y="54689"/>
                </a:lnTo>
                <a:lnTo>
                  <a:pt x="0" y="546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0" y="6032036"/>
            <a:ext cx="18200498" cy="54689"/>
          </a:xfrm>
          <a:custGeom>
            <a:avLst/>
            <a:gdLst/>
            <a:ahLst/>
            <a:cxnLst/>
            <a:rect r="r" b="b" t="t" l="l"/>
            <a:pathLst>
              <a:path h="54689" w="18200498">
                <a:moveTo>
                  <a:pt x="0" y="0"/>
                </a:moveTo>
                <a:lnTo>
                  <a:pt x="18200498" y="0"/>
                </a:lnTo>
                <a:lnTo>
                  <a:pt x="18200498" y="54689"/>
                </a:lnTo>
                <a:lnTo>
                  <a:pt x="0" y="546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71792" y="5098462"/>
            <a:ext cx="3040839" cy="3091995"/>
            <a:chOff x="0" y="0"/>
            <a:chExt cx="3530752" cy="35901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30727" cy="3590163"/>
            </a:xfrm>
            <a:custGeom>
              <a:avLst/>
              <a:gdLst/>
              <a:ahLst/>
              <a:cxnLst/>
              <a:rect r="r" b="b" t="t" l="l"/>
              <a:pathLst>
                <a:path h="3590163" w="3530727">
                  <a:moveTo>
                    <a:pt x="0" y="0"/>
                  </a:moveTo>
                  <a:lnTo>
                    <a:pt x="3530727" y="0"/>
                  </a:lnTo>
                  <a:lnTo>
                    <a:pt x="3530727" y="3590163"/>
                  </a:lnTo>
                  <a:lnTo>
                    <a:pt x="0" y="3590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0275" t="0" r="-10276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03469" y="4847024"/>
            <a:ext cx="5687656" cy="3796718"/>
            <a:chOff x="0" y="0"/>
            <a:chExt cx="6604000" cy="44084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04000" cy="4408424"/>
            </a:xfrm>
            <a:custGeom>
              <a:avLst/>
              <a:gdLst/>
              <a:ahLst/>
              <a:cxnLst/>
              <a:rect r="r" b="b" t="t" l="l"/>
              <a:pathLst>
                <a:path h="4408424" w="6604000">
                  <a:moveTo>
                    <a:pt x="47625" y="0"/>
                  </a:moveTo>
                  <a:lnTo>
                    <a:pt x="6556375" y="0"/>
                  </a:lnTo>
                  <a:cubicBezTo>
                    <a:pt x="6582664" y="0"/>
                    <a:pt x="6604000" y="204216"/>
                    <a:pt x="6604000" y="456057"/>
                  </a:cubicBezTo>
                  <a:lnTo>
                    <a:pt x="6604000" y="3952367"/>
                  </a:lnTo>
                  <a:cubicBezTo>
                    <a:pt x="6604000" y="4204208"/>
                    <a:pt x="6582664" y="4408424"/>
                    <a:pt x="6556375" y="4408424"/>
                  </a:cubicBezTo>
                  <a:lnTo>
                    <a:pt x="47625" y="4408424"/>
                  </a:lnTo>
                  <a:cubicBezTo>
                    <a:pt x="21336" y="4408424"/>
                    <a:pt x="0" y="4204208"/>
                    <a:pt x="0" y="3952367"/>
                  </a:cubicBezTo>
                  <a:lnTo>
                    <a:pt x="0" y="456057"/>
                  </a:lnTo>
                  <a:cubicBezTo>
                    <a:pt x="0" y="204216"/>
                    <a:pt x="21336" y="0"/>
                    <a:pt x="47625" y="0"/>
                  </a:cubicBezTo>
                  <a:close/>
                </a:path>
              </a:pathLst>
            </a:custGeom>
            <a:solidFill>
              <a:srgbClr val="E8F1F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78585" y="5112495"/>
            <a:ext cx="3702806" cy="3156321"/>
            <a:chOff x="0" y="0"/>
            <a:chExt cx="4299369" cy="36648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99331" cy="3664839"/>
            </a:xfrm>
            <a:custGeom>
              <a:avLst/>
              <a:gdLst/>
              <a:ahLst/>
              <a:cxnLst/>
              <a:rect r="r" b="b" t="t" l="l"/>
              <a:pathLst>
                <a:path h="3664839" w="4299331">
                  <a:moveTo>
                    <a:pt x="0" y="0"/>
                  </a:moveTo>
                  <a:lnTo>
                    <a:pt x="4299331" y="0"/>
                  </a:lnTo>
                  <a:lnTo>
                    <a:pt x="4299331" y="3664839"/>
                  </a:lnTo>
                  <a:lnTo>
                    <a:pt x="0" y="3664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6223" t="0" r="-6223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403103" y="4800560"/>
            <a:ext cx="5687656" cy="3796718"/>
            <a:chOff x="0" y="0"/>
            <a:chExt cx="6604000" cy="44084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604000" cy="4408424"/>
            </a:xfrm>
            <a:custGeom>
              <a:avLst/>
              <a:gdLst/>
              <a:ahLst/>
              <a:cxnLst/>
              <a:rect r="r" b="b" t="t" l="l"/>
              <a:pathLst>
                <a:path h="4408424" w="6604000">
                  <a:moveTo>
                    <a:pt x="47625" y="0"/>
                  </a:moveTo>
                  <a:lnTo>
                    <a:pt x="6556375" y="0"/>
                  </a:lnTo>
                  <a:cubicBezTo>
                    <a:pt x="6582664" y="0"/>
                    <a:pt x="6604000" y="204216"/>
                    <a:pt x="6604000" y="456057"/>
                  </a:cubicBezTo>
                  <a:lnTo>
                    <a:pt x="6604000" y="3952367"/>
                  </a:lnTo>
                  <a:cubicBezTo>
                    <a:pt x="6604000" y="4204208"/>
                    <a:pt x="6582664" y="4408424"/>
                    <a:pt x="6556375" y="4408424"/>
                  </a:cubicBezTo>
                  <a:lnTo>
                    <a:pt x="47625" y="4408424"/>
                  </a:lnTo>
                  <a:cubicBezTo>
                    <a:pt x="21336" y="4408424"/>
                    <a:pt x="0" y="4204208"/>
                    <a:pt x="0" y="3952367"/>
                  </a:cubicBezTo>
                  <a:lnTo>
                    <a:pt x="0" y="456057"/>
                  </a:lnTo>
                  <a:cubicBezTo>
                    <a:pt x="0" y="204216"/>
                    <a:pt x="21336" y="0"/>
                    <a:pt x="47625" y="0"/>
                  </a:cubicBezTo>
                  <a:close/>
                </a:path>
              </a:pathLst>
            </a:custGeom>
            <a:solidFill>
              <a:srgbClr val="E8F1F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462331" y="5098462"/>
            <a:ext cx="3569190" cy="3269264"/>
            <a:chOff x="0" y="0"/>
            <a:chExt cx="4144226" cy="379597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44264" cy="3796030"/>
            </a:xfrm>
            <a:custGeom>
              <a:avLst/>
              <a:gdLst/>
              <a:ahLst/>
              <a:cxnLst/>
              <a:rect r="r" b="b" t="t" l="l"/>
              <a:pathLst>
                <a:path h="3796030" w="4144264">
                  <a:moveTo>
                    <a:pt x="0" y="0"/>
                  </a:moveTo>
                  <a:lnTo>
                    <a:pt x="4144264" y="0"/>
                  </a:lnTo>
                  <a:lnTo>
                    <a:pt x="4144264" y="3796030"/>
                  </a:lnTo>
                  <a:lnTo>
                    <a:pt x="0" y="3796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3523" t="0" r="-3522" b="1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69048" y="1200150"/>
            <a:ext cx="8683485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b="true" sz="2499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06 · 해석 기획 · 선정 기준: 조건 편차가 제품 불량으로 직결되는 공정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1928" y="1475105"/>
            <a:ext cx="1109295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공정</a:t>
            </a:r>
            <a:r>
              <a:rPr lang="en-US" b="true" sz="5199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조건 검증을 위한 해석 계획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10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8F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49469" y="4076700"/>
            <a:ext cx="131064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599"/>
              </a:lnSpc>
              <a:spcBef>
                <a:spcPct val="0"/>
              </a:spcBef>
            </a:pPr>
            <a:r>
              <a:rPr lang="en-US" sz="12999">
                <a:solidFill>
                  <a:srgbClr val="10233D"/>
                </a:solidFill>
                <a:latin typeface="TDTD와이드"/>
                <a:ea typeface="TDTD와이드"/>
                <a:cs typeface="TDTD와이드"/>
                <a:sym typeface="TDTD와이드"/>
              </a:rPr>
              <a:t>구현 범위와 일정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32131" y="3476988"/>
            <a:ext cx="3333024" cy="3333024"/>
            <a:chOff x="0" y="0"/>
            <a:chExt cx="3048000" cy="304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1524000"/>
                  </a:moveTo>
                  <a:cubicBezTo>
                    <a:pt x="0" y="2365682"/>
                    <a:pt x="682318" y="3048000"/>
                    <a:pt x="1524000" y="3048000"/>
                  </a:cubicBezTo>
                  <a:cubicBezTo>
                    <a:pt x="2365682" y="3048000"/>
                    <a:pt x="3048000" y="2365682"/>
                    <a:pt x="3048000" y="1524000"/>
                  </a:cubicBezTo>
                  <a:cubicBezTo>
                    <a:pt x="3048000" y="682318"/>
                    <a:pt x="2365682" y="0"/>
                    <a:pt x="1524000" y="0"/>
                  </a:cubicBezTo>
                  <a:cubicBezTo>
                    <a:pt x="682318" y="0"/>
                    <a:pt x="0" y="682318"/>
                    <a:pt x="0" y="1524000"/>
                  </a:cubicBez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48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426455" y="6211667"/>
            <a:ext cx="13106400" cy="28575"/>
            <a:chOff x="0" y="0"/>
            <a:chExt cx="174752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475200" cy="38100"/>
            </a:xfrm>
            <a:custGeom>
              <a:avLst/>
              <a:gdLst/>
              <a:ahLst/>
              <a:cxnLst/>
              <a:rect r="r" b="b" t="t" l="l"/>
              <a:pathLst>
                <a:path h="38100" w="17475200">
                  <a:moveTo>
                    <a:pt x="0" y="0"/>
                  </a:moveTo>
                  <a:lnTo>
                    <a:pt x="17475200" y="0"/>
                  </a:lnTo>
                  <a:lnTo>
                    <a:pt x="17475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4752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55643" y="4210050"/>
            <a:ext cx="228600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00"/>
              </a:lnSpc>
              <a:spcBef>
                <a:spcPct val="0"/>
              </a:spcBef>
            </a:pPr>
            <a:r>
              <a:rPr lang="en-US" sz="12000">
                <a:solidFill>
                  <a:srgbClr val="FFFFFF"/>
                </a:solidFill>
                <a:latin typeface="TDTD와이드"/>
                <a:ea typeface="TDTD와이드"/>
                <a:cs typeface="TDTD와이드"/>
                <a:sym typeface="TDTD와이드"/>
              </a:rPr>
              <a:t>07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466726"/>
            <a:ext cx="18288000" cy="167176"/>
            <a:chOff x="0" y="0"/>
            <a:chExt cx="15976600" cy="146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4124325" cy="19050"/>
            </a:xfrm>
            <a:custGeom>
              <a:avLst/>
              <a:gdLst/>
              <a:ahLst/>
              <a:cxnLst/>
              <a:rect r="r" b="b" t="t" l="l"/>
              <a:pathLst>
                <a:path h="19050" w="4124325">
                  <a:moveTo>
                    <a:pt x="0" y="0"/>
                  </a:moveTo>
                  <a:lnTo>
                    <a:pt x="4124325" y="0"/>
                  </a:lnTo>
                  <a:lnTo>
                    <a:pt x="41243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0233D">
                <a:alpha val="20000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187825" y="63500"/>
              <a:ext cx="6972300" cy="19050"/>
            </a:xfrm>
            <a:custGeom>
              <a:avLst/>
              <a:gdLst/>
              <a:ahLst/>
              <a:cxnLst/>
              <a:rect r="r" b="b" t="t" l="l"/>
              <a:pathLst>
                <a:path h="19050" w="6972300">
                  <a:moveTo>
                    <a:pt x="0" y="0"/>
                  </a:moveTo>
                  <a:lnTo>
                    <a:pt x="6972300" y="0"/>
                  </a:lnTo>
                  <a:lnTo>
                    <a:pt x="69723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0233D">
                <a:alpha val="20000"/>
              </a:srgbClr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160125" y="63500"/>
              <a:ext cx="4752975" cy="19050"/>
            </a:xfrm>
            <a:custGeom>
              <a:avLst/>
              <a:gdLst/>
              <a:ahLst/>
              <a:cxnLst/>
              <a:rect r="r" b="b" t="t" l="l"/>
              <a:pathLst>
                <a:path h="19050" w="4752975">
                  <a:moveTo>
                    <a:pt x="0" y="0"/>
                  </a:moveTo>
                  <a:lnTo>
                    <a:pt x="4752975" y="0"/>
                  </a:lnTo>
                  <a:lnTo>
                    <a:pt x="475297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0233D">
                <a:alpha val="2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4131810"/>
            <a:ext cx="18288000" cy="156273"/>
            <a:chOff x="0" y="0"/>
            <a:chExt cx="15976600" cy="1365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4124325" cy="9525"/>
            </a:xfrm>
            <a:custGeom>
              <a:avLst/>
              <a:gdLst/>
              <a:ahLst/>
              <a:cxnLst/>
              <a:rect r="r" b="b" t="t" l="l"/>
              <a:pathLst>
                <a:path h="9525" w="4124325">
                  <a:moveTo>
                    <a:pt x="0" y="0"/>
                  </a:moveTo>
                  <a:lnTo>
                    <a:pt x="4124325" y="0"/>
                  </a:lnTo>
                  <a:lnTo>
                    <a:pt x="412432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187825" y="63500"/>
              <a:ext cx="6972300" cy="9525"/>
            </a:xfrm>
            <a:custGeom>
              <a:avLst/>
              <a:gdLst/>
              <a:ahLst/>
              <a:cxnLst/>
              <a:rect r="r" b="b" t="t" l="l"/>
              <a:pathLst>
                <a:path h="9525" w="6972300">
                  <a:moveTo>
                    <a:pt x="0" y="0"/>
                  </a:moveTo>
                  <a:lnTo>
                    <a:pt x="6972300" y="0"/>
                  </a:lnTo>
                  <a:lnTo>
                    <a:pt x="69723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160125" y="63500"/>
              <a:ext cx="4752975" cy="9525"/>
            </a:xfrm>
            <a:custGeom>
              <a:avLst/>
              <a:gdLst/>
              <a:ahLst/>
              <a:cxnLst/>
              <a:rect r="r" b="b" t="t" l="l"/>
              <a:pathLst>
                <a:path h="9525" w="4752975">
                  <a:moveTo>
                    <a:pt x="0" y="0"/>
                  </a:moveTo>
                  <a:lnTo>
                    <a:pt x="4752975" y="0"/>
                  </a:lnTo>
                  <a:lnTo>
                    <a:pt x="475297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4785991"/>
            <a:ext cx="18288000" cy="156273"/>
            <a:chOff x="0" y="0"/>
            <a:chExt cx="15976600" cy="1365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4124325" cy="9525"/>
            </a:xfrm>
            <a:custGeom>
              <a:avLst/>
              <a:gdLst/>
              <a:ahLst/>
              <a:cxnLst/>
              <a:rect r="r" b="b" t="t" l="l"/>
              <a:pathLst>
                <a:path h="9525" w="4124325">
                  <a:moveTo>
                    <a:pt x="0" y="0"/>
                  </a:moveTo>
                  <a:lnTo>
                    <a:pt x="4124325" y="0"/>
                  </a:lnTo>
                  <a:lnTo>
                    <a:pt x="412432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187825" y="63500"/>
              <a:ext cx="6972300" cy="9525"/>
            </a:xfrm>
            <a:custGeom>
              <a:avLst/>
              <a:gdLst/>
              <a:ahLst/>
              <a:cxnLst/>
              <a:rect r="r" b="b" t="t" l="l"/>
              <a:pathLst>
                <a:path h="9525" w="6972300">
                  <a:moveTo>
                    <a:pt x="0" y="0"/>
                  </a:moveTo>
                  <a:lnTo>
                    <a:pt x="6972300" y="0"/>
                  </a:lnTo>
                  <a:lnTo>
                    <a:pt x="69723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160125" y="63500"/>
              <a:ext cx="4752975" cy="9525"/>
            </a:xfrm>
            <a:custGeom>
              <a:avLst/>
              <a:gdLst/>
              <a:ahLst/>
              <a:cxnLst/>
              <a:rect r="r" b="b" t="t" l="l"/>
              <a:pathLst>
                <a:path h="9525" w="4752975">
                  <a:moveTo>
                    <a:pt x="0" y="0"/>
                  </a:moveTo>
                  <a:lnTo>
                    <a:pt x="4752975" y="0"/>
                  </a:lnTo>
                  <a:lnTo>
                    <a:pt x="475297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5429270"/>
            <a:ext cx="18288000" cy="156273"/>
            <a:chOff x="0" y="0"/>
            <a:chExt cx="15976600" cy="1365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4124325" cy="9525"/>
            </a:xfrm>
            <a:custGeom>
              <a:avLst/>
              <a:gdLst/>
              <a:ahLst/>
              <a:cxnLst/>
              <a:rect r="r" b="b" t="t" l="l"/>
              <a:pathLst>
                <a:path h="9525" w="4124325">
                  <a:moveTo>
                    <a:pt x="0" y="0"/>
                  </a:moveTo>
                  <a:lnTo>
                    <a:pt x="4124325" y="0"/>
                  </a:lnTo>
                  <a:lnTo>
                    <a:pt x="412432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187825" y="63500"/>
              <a:ext cx="6972300" cy="9525"/>
            </a:xfrm>
            <a:custGeom>
              <a:avLst/>
              <a:gdLst/>
              <a:ahLst/>
              <a:cxnLst/>
              <a:rect r="r" b="b" t="t" l="l"/>
              <a:pathLst>
                <a:path h="9525" w="6972300">
                  <a:moveTo>
                    <a:pt x="0" y="0"/>
                  </a:moveTo>
                  <a:lnTo>
                    <a:pt x="6972300" y="0"/>
                  </a:lnTo>
                  <a:lnTo>
                    <a:pt x="69723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160125" y="63500"/>
              <a:ext cx="4752975" cy="9525"/>
            </a:xfrm>
            <a:custGeom>
              <a:avLst/>
              <a:gdLst/>
              <a:ahLst/>
              <a:cxnLst/>
              <a:rect r="r" b="b" t="t" l="l"/>
              <a:pathLst>
                <a:path h="9525" w="4752975">
                  <a:moveTo>
                    <a:pt x="0" y="0"/>
                  </a:moveTo>
                  <a:lnTo>
                    <a:pt x="4752975" y="0"/>
                  </a:lnTo>
                  <a:lnTo>
                    <a:pt x="475297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83451"/>
            <a:ext cx="18288000" cy="156273"/>
            <a:chOff x="0" y="0"/>
            <a:chExt cx="15976600" cy="1365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4124325" cy="9525"/>
            </a:xfrm>
            <a:custGeom>
              <a:avLst/>
              <a:gdLst/>
              <a:ahLst/>
              <a:cxnLst/>
              <a:rect r="r" b="b" t="t" l="l"/>
              <a:pathLst>
                <a:path h="9525" w="4124325">
                  <a:moveTo>
                    <a:pt x="0" y="0"/>
                  </a:moveTo>
                  <a:lnTo>
                    <a:pt x="4124325" y="0"/>
                  </a:lnTo>
                  <a:lnTo>
                    <a:pt x="412432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187825" y="63500"/>
              <a:ext cx="6972300" cy="9525"/>
            </a:xfrm>
            <a:custGeom>
              <a:avLst/>
              <a:gdLst/>
              <a:ahLst/>
              <a:cxnLst/>
              <a:rect r="r" b="b" t="t" l="l"/>
              <a:pathLst>
                <a:path h="9525" w="6972300">
                  <a:moveTo>
                    <a:pt x="0" y="0"/>
                  </a:moveTo>
                  <a:lnTo>
                    <a:pt x="6972300" y="0"/>
                  </a:lnTo>
                  <a:lnTo>
                    <a:pt x="69723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1160125" y="63500"/>
              <a:ext cx="4752975" cy="9525"/>
            </a:xfrm>
            <a:custGeom>
              <a:avLst/>
              <a:gdLst/>
              <a:ahLst/>
              <a:cxnLst/>
              <a:rect r="r" b="b" t="t" l="l"/>
              <a:pathLst>
                <a:path h="9525" w="4752975">
                  <a:moveTo>
                    <a:pt x="0" y="0"/>
                  </a:moveTo>
                  <a:lnTo>
                    <a:pt x="4752975" y="0"/>
                  </a:lnTo>
                  <a:lnTo>
                    <a:pt x="475297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0" y="6737632"/>
            <a:ext cx="18288000" cy="156273"/>
            <a:chOff x="0" y="0"/>
            <a:chExt cx="15976600" cy="1365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0" y="63500"/>
              <a:ext cx="4124325" cy="9525"/>
            </a:xfrm>
            <a:custGeom>
              <a:avLst/>
              <a:gdLst/>
              <a:ahLst/>
              <a:cxnLst/>
              <a:rect r="r" b="b" t="t" l="l"/>
              <a:pathLst>
                <a:path h="9525" w="4124325">
                  <a:moveTo>
                    <a:pt x="0" y="0"/>
                  </a:moveTo>
                  <a:lnTo>
                    <a:pt x="4124325" y="0"/>
                  </a:lnTo>
                  <a:lnTo>
                    <a:pt x="412432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4187825" y="63500"/>
              <a:ext cx="6972300" cy="9525"/>
            </a:xfrm>
            <a:custGeom>
              <a:avLst/>
              <a:gdLst/>
              <a:ahLst/>
              <a:cxnLst/>
              <a:rect r="r" b="b" t="t" l="l"/>
              <a:pathLst>
                <a:path h="9525" w="6972300">
                  <a:moveTo>
                    <a:pt x="0" y="0"/>
                  </a:moveTo>
                  <a:lnTo>
                    <a:pt x="6972300" y="0"/>
                  </a:lnTo>
                  <a:lnTo>
                    <a:pt x="69723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160125" y="63500"/>
              <a:ext cx="4752975" cy="9525"/>
            </a:xfrm>
            <a:custGeom>
              <a:avLst/>
              <a:gdLst/>
              <a:ahLst/>
              <a:cxnLst/>
              <a:rect r="r" b="b" t="t" l="l"/>
              <a:pathLst>
                <a:path h="9525" w="4752975">
                  <a:moveTo>
                    <a:pt x="0" y="0"/>
                  </a:moveTo>
                  <a:lnTo>
                    <a:pt x="4752975" y="0"/>
                  </a:lnTo>
                  <a:lnTo>
                    <a:pt x="475297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10233D">
                <a:alpha val="3137"/>
              </a:srgbClr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55829" y="2898896"/>
            <a:ext cx="7195995" cy="385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1"/>
              </a:lnSpc>
            </a:pPr>
            <a:r>
              <a:rPr lang="en-US" b="true" sz="2403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대상</a:t>
            </a:r>
          </a:p>
          <a:p>
            <a:pPr algn="l">
              <a:lnSpc>
                <a:spcPts val="5151"/>
              </a:lnSpc>
            </a:pPr>
            <a:r>
              <a:rPr lang="en-US" sz="2403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감속기 BSR070</a:t>
            </a:r>
          </a:p>
          <a:p>
            <a:pPr algn="l">
              <a:lnSpc>
                <a:spcPts val="5151"/>
              </a:lnSpc>
            </a:pPr>
            <a:r>
              <a:rPr lang="en-US" sz="2403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서브조립 지그 · 반전 유닛</a:t>
            </a:r>
          </a:p>
          <a:p>
            <a:pPr algn="l">
              <a:lnSpc>
                <a:spcPts val="5151"/>
              </a:lnSpc>
            </a:pPr>
            <a:r>
              <a:rPr lang="en-US" sz="2403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프레스 · 체결 스핀들</a:t>
            </a:r>
          </a:p>
          <a:p>
            <a:pPr algn="l">
              <a:lnSpc>
                <a:spcPts val="5151"/>
              </a:lnSpc>
            </a:pPr>
            <a:r>
              <a:rPr lang="en-US" sz="2403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지그 · EOAT</a:t>
            </a:r>
          </a:p>
          <a:p>
            <a:pPr algn="l">
              <a:lnSpc>
                <a:spcPts val="5151"/>
              </a:lnSpc>
            </a:pPr>
            <a:r>
              <a:rPr lang="en-US" sz="2403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컨베이어 · 스테이션 설비 · AMR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271764" y="2898896"/>
            <a:ext cx="9812721" cy="385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1"/>
              </a:lnSpc>
            </a:pPr>
            <a:r>
              <a:rPr lang="en-US" b="true" sz="2403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표현 수준</a:t>
            </a:r>
          </a:p>
          <a:p>
            <a:pPr algn="l">
              <a:lnSpc>
                <a:spcPts val="5151"/>
              </a:lnSpc>
            </a:pPr>
            <a:r>
              <a:rPr lang="en-US" sz="2403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부품 50개 · 조립 순서가 보이는 수준</a:t>
            </a:r>
          </a:p>
          <a:p>
            <a:pPr algn="l">
              <a:lnSpc>
                <a:spcPts val="5151"/>
              </a:lnSpc>
            </a:pPr>
            <a:r>
              <a:rPr lang="en-US" sz="2403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위치결정 기준면이 보이는 수준</a:t>
            </a:r>
          </a:p>
          <a:p>
            <a:pPr algn="l">
              <a:lnSpc>
                <a:spcPts val="5151"/>
              </a:lnSpc>
            </a:pPr>
            <a:r>
              <a:rPr lang="en-US" sz="2403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외형 · 스트로크가 보이는 수준</a:t>
            </a:r>
          </a:p>
          <a:p>
            <a:pPr algn="l">
              <a:lnSpc>
                <a:spcPts val="5151"/>
              </a:lnSpc>
            </a:pPr>
            <a:r>
              <a:rPr lang="en-US" sz="2403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해석 대상 형상이 보이는 수준</a:t>
            </a:r>
          </a:p>
          <a:p>
            <a:pPr algn="l">
              <a:lnSpc>
                <a:spcPts val="5151"/>
              </a:lnSpc>
            </a:pPr>
            <a:r>
              <a:rPr lang="en-US" sz="2403">
                <a:solidFill>
                  <a:srgbClr val="10233D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배치 · 동작이 보이는 수준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163800" y="9380868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25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9048" y="1200150"/>
            <a:ext cx="5635485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b="true" sz="2499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07 · 설계 표현 범위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2888" y="1475105"/>
            <a:ext cx="738963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대상별</a:t>
            </a:r>
            <a:r>
              <a:rPr lang="en-US" b="true" sz="5199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모델링 표현 수준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2481511"/>
            <a:ext cx="17259300" cy="2151502"/>
            <a:chOff x="0" y="0"/>
            <a:chExt cx="15307319" cy="1908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31765" y="68326"/>
              <a:ext cx="15043789" cy="1771650"/>
            </a:xfrm>
            <a:custGeom>
              <a:avLst/>
              <a:gdLst/>
              <a:ahLst/>
              <a:cxnLst/>
              <a:rect r="r" b="b" t="t" l="l"/>
              <a:pathLst>
                <a:path h="1771650" w="15043789">
                  <a:moveTo>
                    <a:pt x="0" y="1623949"/>
                  </a:moveTo>
                  <a:lnTo>
                    <a:pt x="0" y="147574"/>
                  </a:lnTo>
                  <a:cubicBezTo>
                    <a:pt x="0" y="137922"/>
                    <a:pt x="1715" y="128270"/>
                    <a:pt x="5389" y="118745"/>
                  </a:cubicBezTo>
                  <a:cubicBezTo>
                    <a:pt x="9062" y="109220"/>
                    <a:pt x="14451" y="99949"/>
                    <a:pt x="21553" y="91059"/>
                  </a:cubicBezTo>
                  <a:cubicBezTo>
                    <a:pt x="28656" y="82169"/>
                    <a:pt x="37473" y="73533"/>
                    <a:pt x="47759" y="65532"/>
                  </a:cubicBezTo>
                  <a:cubicBezTo>
                    <a:pt x="58046" y="57531"/>
                    <a:pt x="70047" y="50038"/>
                    <a:pt x="83272" y="43180"/>
                  </a:cubicBezTo>
                  <a:cubicBezTo>
                    <a:pt x="96498" y="36322"/>
                    <a:pt x="110948" y="30226"/>
                    <a:pt x="126378" y="24765"/>
                  </a:cubicBezTo>
                  <a:cubicBezTo>
                    <a:pt x="141807" y="19304"/>
                    <a:pt x="158217" y="14859"/>
                    <a:pt x="175606" y="11176"/>
                  </a:cubicBezTo>
                  <a:cubicBezTo>
                    <a:pt x="192995" y="7493"/>
                    <a:pt x="210629" y="4699"/>
                    <a:pt x="228998" y="2794"/>
                  </a:cubicBezTo>
                  <a:cubicBezTo>
                    <a:pt x="247367" y="889"/>
                    <a:pt x="265735" y="0"/>
                    <a:pt x="284594" y="0"/>
                  </a:cubicBezTo>
                  <a:lnTo>
                    <a:pt x="14759196" y="0"/>
                  </a:lnTo>
                  <a:cubicBezTo>
                    <a:pt x="14777809" y="0"/>
                    <a:pt x="14796423" y="889"/>
                    <a:pt x="14814792" y="2794"/>
                  </a:cubicBezTo>
                  <a:cubicBezTo>
                    <a:pt x="14833160" y="4699"/>
                    <a:pt x="14851040" y="7493"/>
                    <a:pt x="14868183" y="11176"/>
                  </a:cubicBezTo>
                  <a:cubicBezTo>
                    <a:pt x="14885328" y="14859"/>
                    <a:pt x="14901982" y="19431"/>
                    <a:pt x="14917413" y="24765"/>
                  </a:cubicBezTo>
                  <a:cubicBezTo>
                    <a:pt x="14932843" y="30099"/>
                    <a:pt x="14947291" y="36322"/>
                    <a:pt x="14960517" y="43180"/>
                  </a:cubicBezTo>
                  <a:cubicBezTo>
                    <a:pt x="14973742" y="50038"/>
                    <a:pt x="14985498" y="57404"/>
                    <a:pt x="14996029" y="65532"/>
                  </a:cubicBezTo>
                  <a:cubicBezTo>
                    <a:pt x="15006561" y="73660"/>
                    <a:pt x="15015134" y="82169"/>
                    <a:pt x="15022236" y="91059"/>
                  </a:cubicBezTo>
                  <a:cubicBezTo>
                    <a:pt x="15029339" y="99949"/>
                    <a:pt x="15034726" y="109220"/>
                    <a:pt x="15038402" y="118745"/>
                  </a:cubicBezTo>
                  <a:cubicBezTo>
                    <a:pt x="15042075" y="128270"/>
                    <a:pt x="15043789" y="137922"/>
                    <a:pt x="15043789" y="147574"/>
                  </a:cubicBezTo>
                  <a:lnTo>
                    <a:pt x="15043789" y="1623949"/>
                  </a:lnTo>
                  <a:cubicBezTo>
                    <a:pt x="15043789" y="1633601"/>
                    <a:pt x="15042075" y="1643253"/>
                    <a:pt x="15038402" y="1652778"/>
                  </a:cubicBezTo>
                  <a:cubicBezTo>
                    <a:pt x="15034726" y="1662303"/>
                    <a:pt x="15029339" y="1671447"/>
                    <a:pt x="15022236" y="1680464"/>
                  </a:cubicBezTo>
                  <a:cubicBezTo>
                    <a:pt x="15015134" y="1689481"/>
                    <a:pt x="15006317" y="1697863"/>
                    <a:pt x="14996029" y="1705991"/>
                  </a:cubicBezTo>
                  <a:cubicBezTo>
                    <a:pt x="14985743" y="1714119"/>
                    <a:pt x="14973742" y="1721485"/>
                    <a:pt x="14960517" y="1728343"/>
                  </a:cubicBezTo>
                  <a:cubicBezTo>
                    <a:pt x="14947291" y="1735201"/>
                    <a:pt x="14932843" y="1741297"/>
                    <a:pt x="14917413" y="1746631"/>
                  </a:cubicBezTo>
                  <a:cubicBezTo>
                    <a:pt x="14901982" y="1751965"/>
                    <a:pt x="14885573" y="1756537"/>
                    <a:pt x="14868183" y="1760347"/>
                  </a:cubicBezTo>
                  <a:cubicBezTo>
                    <a:pt x="14850793" y="1764157"/>
                    <a:pt x="14833160" y="1766824"/>
                    <a:pt x="14814792" y="1768729"/>
                  </a:cubicBezTo>
                  <a:cubicBezTo>
                    <a:pt x="14796423" y="1770634"/>
                    <a:pt x="14778055" y="1771650"/>
                    <a:pt x="14759196" y="1771650"/>
                  </a:cubicBezTo>
                  <a:lnTo>
                    <a:pt x="284594" y="1771650"/>
                  </a:lnTo>
                  <a:cubicBezTo>
                    <a:pt x="265980" y="1771650"/>
                    <a:pt x="247367" y="1770761"/>
                    <a:pt x="228998" y="1768856"/>
                  </a:cubicBezTo>
                  <a:cubicBezTo>
                    <a:pt x="210629" y="1766951"/>
                    <a:pt x="192750" y="1764157"/>
                    <a:pt x="175606" y="1760474"/>
                  </a:cubicBezTo>
                  <a:cubicBezTo>
                    <a:pt x="158462" y="1756791"/>
                    <a:pt x="141807" y="1752219"/>
                    <a:pt x="126378" y="1746758"/>
                  </a:cubicBezTo>
                  <a:cubicBezTo>
                    <a:pt x="110948" y="1741297"/>
                    <a:pt x="96498" y="1735201"/>
                    <a:pt x="83272" y="1728470"/>
                  </a:cubicBezTo>
                  <a:cubicBezTo>
                    <a:pt x="70047" y="1721739"/>
                    <a:pt x="58291" y="1714119"/>
                    <a:pt x="47759" y="1706118"/>
                  </a:cubicBezTo>
                  <a:cubicBezTo>
                    <a:pt x="37228" y="1698117"/>
                    <a:pt x="28656" y="1689608"/>
                    <a:pt x="21553" y="1680591"/>
                  </a:cubicBezTo>
                  <a:cubicBezTo>
                    <a:pt x="14451" y="1671574"/>
                    <a:pt x="9062" y="1662430"/>
                    <a:pt x="5389" y="1652905"/>
                  </a:cubicBezTo>
                  <a:cubicBezTo>
                    <a:pt x="1715" y="1643380"/>
                    <a:pt x="0" y="1633855"/>
                    <a:pt x="0" y="1624076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2459" y="63500"/>
              <a:ext cx="15061912" cy="1781048"/>
            </a:xfrm>
            <a:custGeom>
              <a:avLst/>
              <a:gdLst/>
              <a:ahLst/>
              <a:cxnLst/>
              <a:rect r="r" b="b" t="t" l="l"/>
              <a:pathLst>
                <a:path h="1781048" w="15061912">
                  <a:moveTo>
                    <a:pt x="0" y="1628775"/>
                  </a:moveTo>
                  <a:lnTo>
                    <a:pt x="0" y="152400"/>
                  </a:lnTo>
                  <a:lnTo>
                    <a:pt x="9306" y="152400"/>
                  </a:lnTo>
                  <a:lnTo>
                    <a:pt x="0" y="152400"/>
                  </a:lnTo>
                  <a:cubicBezTo>
                    <a:pt x="0" y="142367"/>
                    <a:pt x="1959" y="132461"/>
                    <a:pt x="5633" y="122682"/>
                  </a:cubicBezTo>
                  <a:lnTo>
                    <a:pt x="14695" y="123571"/>
                  </a:lnTo>
                  <a:lnTo>
                    <a:pt x="5633" y="122682"/>
                  </a:lnTo>
                  <a:cubicBezTo>
                    <a:pt x="9306" y="112903"/>
                    <a:pt x="14940" y="103378"/>
                    <a:pt x="22287" y="94107"/>
                  </a:cubicBezTo>
                  <a:cubicBezTo>
                    <a:pt x="29635" y="84836"/>
                    <a:pt x="38696" y="76073"/>
                    <a:pt x="49473" y="67818"/>
                  </a:cubicBezTo>
                  <a:lnTo>
                    <a:pt x="57065" y="70485"/>
                  </a:lnTo>
                  <a:lnTo>
                    <a:pt x="49473" y="67818"/>
                  </a:lnTo>
                  <a:cubicBezTo>
                    <a:pt x="60249" y="59563"/>
                    <a:pt x="72495" y="51816"/>
                    <a:pt x="85965" y="44704"/>
                  </a:cubicBezTo>
                  <a:lnTo>
                    <a:pt x="92333" y="48133"/>
                  </a:lnTo>
                  <a:lnTo>
                    <a:pt x="85721" y="44831"/>
                  </a:lnTo>
                  <a:cubicBezTo>
                    <a:pt x="99436" y="37719"/>
                    <a:pt x="114131" y="31369"/>
                    <a:pt x="130295" y="25908"/>
                  </a:cubicBezTo>
                  <a:cubicBezTo>
                    <a:pt x="146215" y="20320"/>
                    <a:pt x="163359" y="15621"/>
                    <a:pt x="180993" y="11811"/>
                  </a:cubicBezTo>
                  <a:cubicBezTo>
                    <a:pt x="198872" y="8001"/>
                    <a:pt x="217241" y="5080"/>
                    <a:pt x="236100" y="3175"/>
                  </a:cubicBezTo>
                  <a:cubicBezTo>
                    <a:pt x="255448" y="1016"/>
                    <a:pt x="274552" y="0"/>
                    <a:pt x="293900" y="0"/>
                  </a:cubicBezTo>
                  <a:lnTo>
                    <a:pt x="293900" y="4826"/>
                  </a:lnTo>
                  <a:lnTo>
                    <a:pt x="293900" y="0"/>
                  </a:lnTo>
                  <a:lnTo>
                    <a:pt x="14768502" y="0"/>
                  </a:lnTo>
                  <a:lnTo>
                    <a:pt x="14768502" y="4826"/>
                  </a:lnTo>
                  <a:lnTo>
                    <a:pt x="14768502" y="0"/>
                  </a:lnTo>
                  <a:cubicBezTo>
                    <a:pt x="14787849" y="0"/>
                    <a:pt x="14806954" y="1016"/>
                    <a:pt x="14825813" y="2921"/>
                  </a:cubicBezTo>
                  <a:cubicBezTo>
                    <a:pt x="14844671" y="4826"/>
                    <a:pt x="14863039" y="7747"/>
                    <a:pt x="14880918" y="11557"/>
                  </a:cubicBezTo>
                  <a:lnTo>
                    <a:pt x="14877489" y="16002"/>
                  </a:lnTo>
                  <a:lnTo>
                    <a:pt x="14880918" y="11557"/>
                  </a:lnTo>
                  <a:cubicBezTo>
                    <a:pt x="14898798" y="15367"/>
                    <a:pt x="14915696" y="20066"/>
                    <a:pt x="14931616" y="25654"/>
                  </a:cubicBezTo>
                  <a:cubicBezTo>
                    <a:pt x="14947781" y="31242"/>
                    <a:pt x="14962474" y="37592"/>
                    <a:pt x="14976190" y="44704"/>
                  </a:cubicBezTo>
                  <a:lnTo>
                    <a:pt x="14969579" y="48006"/>
                  </a:lnTo>
                  <a:lnTo>
                    <a:pt x="14975945" y="44577"/>
                  </a:lnTo>
                  <a:cubicBezTo>
                    <a:pt x="14989662" y="51689"/>
                    <a:pt x="15001663" y="59309"/>
                    <a:pt x="15012439" y="67691"/>
                  </a:cubicBezTo>
                  <a:cubicBezTo>
                    <a:pt x="15023215" y="76073"/>
                    <a:pt x="15032278" y="84836"/>
                    <a:pt x="15039625" y="93980"/>
                  </a:cubicBezTo>
                  <a:cubicBezTo>
                    <a:pt x="15046972" y="103251"/>
                    <a:pt x="15052604" y="112776"/>
                    <a:pt x="15056280" y="122555"/>
                  </a:cubicBezTo>
                  <a:lnTo>
                    <a:pt x="15047217" y="123444"/>
                  </a:lnTo>
                  <a:lnTo>
                    <a:pt x="15056280" y="122555"/>
                  </a:lnTo>
                  <a:cubicBezTo>
                    <a:pt x="15059954" y="132334"/>
                    <a:pt x="15061912" y="142240"/>
                    <a:pt x="15061912" y="152273"/>
                  </a:cubicBezTo>
                  <a:lnTo>
                    <a:pt x="15061912" y="1628775"/>
                  </a:lnTo>
                  <a:cubicBezTo>
                    <a:pt x="15061912" y="1638808"/>
                    <a:pt x="15059954" y="1648714"/>
                    <a:pt x="15056280" y="1658493"/>
                  </a:cubicBezTo>
                  <a:lnTo>
                    <a:pt x="15047217" y="1657604"/>
                  </a:lnTo>
                  <a:lnTo>
                    <a:pt x="15056280" y="1658493"/>
                  </a:lnTo>
                  <a:cubicBezTo>
                    <a:pt x="15052604" y="1668272"/>
                    <a:pt x="15046972" y="1677797"/>
                    <a:pt x="15039625" y="1687068"/>
                  </a:cubicBezTo>
                  <a:cubicBezTo>
                    <a:pt x="15032278" y="1696339"/>
                    <a:pt x="15023215" y="1705102"/>
                    <a:pt x="15012439" y="1713357"/>
                  </a:cubicBezTo>
                  <a:cubicBezTo>
                    <a:pt x="15001663" y="1721739"/>
                    <a:pt x="14989417" y="1729359"/>
                    <a:pt x="14975945" y="1736471"/>
                  </a:cubicBezTo>
                  <a:cubicBezTo>
                    <a:pt x="14962230" y="1743583"/>
                    <a:pt x="14947536" y="1749806"/>
                    <a:pt x="14931371" y="1755394"/>
                  </a:cubicBezTo>
                  <a:lnTo>
                    <a:pt x="14926229" y="1751457"/>
                  </a:lnTo>
                  <a:lnTo>
                    <a:pt x="14931371" y="1755394"/>
                  </a:lnTo>
                  <a:cubicBezTo>
                    <a:pt x="14915206" y="1760982"/>
                    <a:pt x="14898306" y="1765681"/>
                    <a:pt x="14880673" y="1769491"/>
                  </a:cubicBezTo>
                  <a:lnTo>
                    <a:pt x="14877244" y="1765046"/>
                  </a:lnTo>
                  <a:lnTo>
                    <a:pt x="14880673" y="1769491"/>
                  </a:lnTo>
                  <a:cubicBezTo>
                    <a:pt x="14862794" y="1773301"/>
                    <a:pt x="14844424" y="1776222"/>
                    <a:pt x="14825568" y="1778127"/>
                  </a:cubicBezTo>
                  <a:lnTo>
                    <a:pt x="14823853" y="1773428"/>
                  </a:lnTo>
                  <a:lnTo>
                    <a:pt x="14825568" y="1778127"/>
                  </a:lnTo>
                  <a:cubicBezTo>
                    <a:pt x="14806709" y="1780032"/>
                    <a:pt x="14787606" y="1781048"/>
                    <a:pt x="14768255" y="1781048"/>
                  </a:cubicBezTo>
                  <a:lnTo>
                    <a:pt x="14768255" y="1776222"/>
                  </a:lnTo>
                  <a:lnTo>
                    <a:pt x="14768255" y="1781048"/>
                  </a:lnTo>
                  <a:lnTo>
                    <a:pt x="293900" y="1781048"/>
                  </a:lnTo>
                  <a:lnTo>
                    <a:pt x="293900" y="1776222"/>
                  </a:lnTo>
                  <a:lnTo>
                    <a:pt x="293900" y="1781048"/>
                  </a:lnTo>
                  <a:cubicBezTo>
                    <a:pt x="274552" y="1781048"/>
                    <a:pt x="255448" y="1780032"/>
                    <a:pt x="236589" y="1778127"/>
                  </a:cubicBezTo>
                  <a:cubicBezTo>
                    <a:pt x="217731" y="1776222"/>
                    <a:pt x="199362" y="1773301"/>
                    <a:pt x="181483" y="1769491"/>
                  </a:cubicBezTo>
                  <a:cubicBezTo>
                    <a:pt x="163604" y="1765681"/>
                    <a:pt x="146705" y="1760982"/>
                    <a:pt x="130785" y="1755394"/>
                  </a:cubicBezTo>
                  <a:cubicBezTo>
                    <a:pt x="114866" y="1749806"/>
                    <a:pt x="99926" y="1743583"/>
                    <a:pt x="86210" y="1736471"/>
                  </a:cubicBezTo>
                  <a:cubicBezTo>
                    <a:pt x="72495" y="1729359"/>
                    <a:pt x="60494" y="1721739"/>
                    <a:pt x="49718" y="1713357"/>
                  </a:cubicBezTo>
                  <a:lnTo>
                    <a:pt x="57310" y="1710690"/>
                  </a:lnTo>
                  <a:lnTo>
                    <a:pt x="49718" y="1713357"/>
                  </a:lnTo>
                  <a:cubicBezTo>
                    <a:pt x="38941" y="1704975"/>
                    <a:pt x="29879" y="1696212"/>
                    <a:pt x="22532" y="1687068"/>
                  </a:cubicBezTo>
                  <a:cubicBezTo>
                    <a:pt x="15184" y="1677797"/>
                    <a:pt x="9551" y="1668272"/>
                    <a:pt x="5878" y="1658493"/>
                  </a:cubicBezTo>
                  <a:lnTo>
                    <a:pt x="14940" y="1657604"/>
                  </a:lnTo>
                  <a:lnTo>
                    <a:pt x="5878" y="1658493"/>
                  </a:lnTo>
                  <a:cubicBezTo>
                    <a:pt x="2204" y="1648714"/>
                    <a:pt x="244" y="1638808"/>
                    <a:pt x="244" y="1628775"/>
                  </a:cubicBezTo>
                  <a:lnTo>
                    <a:pt x="9551" y="1628775"/>
                  </a:lnTo>
                  <a:lnTo>
                    <a:pt x="0" y="1628775"/>
                  </a:lnTo>
                  <a:moveTo>
                    <a:pt x="18368" y="1628775"/>
                  </a:moveTo>
                  <a:cubicBezTo>
                    <a:pt x="18368" y="1638173"/>
                    <a:pt x="20083" y="1647444"/>
                    <a:pt x="23757" y="1656588"/>
                  </a:cubicBezTo>
                  <a:cubicBezTo>
                    <a:pt x="27430" y="1665732"/>
                    <a:pt x="32574" y="1674749"/>
                    <a:pt x="39431" y="1683385"/>
                  </a:cubicBezTo>
                  <a:lnTo>
                    <a:pt x="30859" y="1685163"/>
                  </a:lnTo>
                  <a:lnTo>
                    <a:pt x="39431" y="1683385"/>
                  </a:lnTo>
                  <a:cubicBezTo>
                    <a:pt x="46289" y="1692021"/>
                    <a:pt x="54861" y="1700276"/>
                    <a:pt x="64903" y="1708150"/>
                  </a:cubicBezTo>
                  <a:cubicBezTo>
                    <a:pt x="74944" y="1716024"/>
                    <a:pt x="86455" y="1723136"/>
                    <a:pt x="99191" y="1729867"/>
                  </a:cubicBezTo>
                  <a:lnTo>
                    <a:pt x="92578" y="1733169"/>
                  </a:lnTo>
                  <a:lnTo>
                    <a:pt x="98946" y="1729740"/>
                  </a:lnTo>
                  <a:cubicBezTo>
                    <a:pt x="111682" y="1736344"/>
                    <a:pt x="125642" y="1742313"/>
                    <a:pt x="140827" y="1747520"/>
                  </a:cubicBezTo>
                  <a:lnTo>
                    <a:pt x="135684" y="1751457"/>
                  </a:lnTo>
                  <a:lnTo>
                    <a:pt x="140827" y="1747520"/>
                  </a:lnTo>
                  <a:cubicBezTo>
                    <a:pt x="155767" y="1752727"/>
                    <a:pt x="171686" y="1757172"/>
                    <a:pt x="188586" y="1760728"/>
                  </a:cubicBezTo>
                  <a:lnTo>
                    <a:pt x="185157" y="1765173"/>
                  </a:lnTo>
                  <a:lnTo>
                    <a:pt x="188586" y="1760728"/>
                  </a:lnTo>
                  <a:cubicBezTo>
                    <a:pt x="205240" y="1764284"/>
                    <a:pt x="222629" y="1767078"/>
                    <a:pt x="240263" y="1768856"/>
                  </a:cubicBezTo>
                  <a:lnTo>
                    <a:pt x="238549" y="1773555"/>
                  </a:lnTo>
                  <a:lnTo>
                    <a:pt x="240263" y="1768856"/>
                  </a:lnTo>
                  <a:cubicBezTo>
                    <a:pt x="257897" y="1770634"/>
                    <a:pt x="276021" y="1771650"/>
                    <a:pt x="293900" y="1771650"/>
                  </a:cubicBezTo>
                  <a:lnTo>
                    <a:pt x="14768502" y="1771650"/>
                  </a:lnTo>
                  <a:cubicBezTo>
                    <a:pt x="14786625" y="1771650"/>
                    <a:pt x="14804503" y="1770761"/>
                    <a:pt x="14822139" y="1768856"/>
                  </a:cubicBezTo>
                  <a:cubicBezTo>
                    <a:pt x="14839772" y="1767078"/>
                    <a:pt x="14857162" y="1764411"/>
                    <a:pt x="14873815" y="1760728"/>
                  </a:cubicBezTo>
                  <a:cubicBezTo>
                    <a:pt x="14890470" y="1757045"/>
                    <a:pt x="14906390" y="1752727"/>
                    <a:pt x="14921575" y="1747520"/>
                  </a:cubicBezTo>
                  <a:cubicBezTo>
                    <a:pt x="14936760" y="1742313"/>
                    <a:pt x="14950475" y="1736344"/>
                    <a:pt x="14963456" y="1729740"/>
                  </a:cubicBezTo>
                  <a:lnTo>
                    <a:pt x="14969823" y="1733169"/>
                  </a:lnTo>
                  <a:lnTo>
                    <a:pt x="14963211" y="1729867"/>
                  </a:lnTo>
                  <a:cubicBezTo>
                    <a:pt x="14975945" y="1723136"/>
                    <a:pt x="14987457" y="1716024"/>
                    <a:pt x="14997499" y="1708150"/>
                  </a:cubicBezTo>
                  <a:lnTo>
                    <a:pt x="15005090" y="1710817"/>
                  </a:lnTo>
                  <a:lnTo>
                    <a:pt x="14997499" y="1708150"/>
                  </a:lnTo>
                  <a:cubicBezTo>
                    <a:pt x="15007540" y="1700276"/>
                    <a:pt x="15016112" y="1692148"/>
                    <a:pt x="15022970" y="1683385"/>
                  </a:cubicBezTo>
                  <a:lnTo>
                    <a:pt x="15031542" y="1685163"/>
                  </a:lnTo>
                  <a:lnTo>
                    <a:pt x="15022970" y="1683385"/>
                  </a:lnTo>
                  <a:cubicBezTo>
                    <a:pt x="15029827" y="1674749"/>
                    <a:pt x="15035216" y="1665732"/>
                    <a:pt x="15038645" y="1656588"/>
                  </a:cubicBezTo>
                  <a:cubicBezTo>
                    <a:pt x="15042073" y="1647444"/>
                    <a:pt x="15044032" y="1638173"/>
                    <a:pt x="15044032" y="1628775"/>
                  </a:cubicBezTo>
                  <a:lnTo>
                    <a:pt x="15053095" y="1628775"/>
                  </a:lnTo>
                  <a:lnTo>
                    <a:pt x="15043787" y="1628775"/>
                  </a:lnTo>
                  <a:lnTo>
                    <a:pt x="15043787" y="152400"/>
                  </a:lnTo>
                  <a:lnTo>
                    <a:pt x="15053095" y="152400"/>
                  </a:lnTo>
                  <a:lnTo>
                    <a:pt x="15044032" y="152400"/>
                  </a:lnTo>
                  <a:cubicBezTo>
                    <a:pt x="15044032" y="143002"/>
                    <a:pt x="15042318" y="133731"/>
                    <a:pt x="15038645" y="124460"/>
                  </a:cubicBezTo>
                  <a:cubicBezTo>
                    <a:pt x="15035216" y="115189"/>
                    <a:pt x="15029827" y="106299"/>
                    <a:pt x="15022970" y="97663"/>
                  </a:cubicBezTo>
                  <a:lnTo>
                    <a:pt x="15031542" y="95885"/>
                  </a:lnTo>
                  <a:lnTo>
                    <a:pt x="15022970" y="97663"/>
                  </a:lnTo>
                  <a:cubicBezTo>
                    <a:pt x="15016112" y="89027"/>
                    <a:pt x="15007540" y="80772"/>
                    <a:pt x="14997499" y="72898"/>
                  </a:cubicBezTo>
                  <a:lnTo>
                    <a:pt x="15005090" y="70231"/>
                  </a:lnTo>
                  <a:lnTo>
                    <a:pt x="14997499" y="72898"/>
                  </a:lnTo>
                  <a:cubicBezTo>
                    <a:pt x="14987457" y="65151"/>
                    <a:pt x="14975945" y="57912"/>
                    <a:pt x="14963211" y="51308"/>
                  </a:cubicBezTo>
                  <a:cubicBezTo>
                    <a:pt x="14950475" y="44704"/>
                    <a:pt x="14936513" y="38735"/>
                    <a:pt x="14921575" y="33528"/>
                  </a:cubicBezTo>
                  <a:lnTo>
                    <a:pt x="14926719" y="29591"/>
                  </a:lnTo>
                  <a:lnTo>
                    <a:pt x="14921575" y="33528"/>
                  </a:lnTo>
                  <a:cubicBezTo>
                    <a:pt x="14906634" y="28321"/>
                    <a:pt x="14890715" y="23876"/>
                    <a:pt x="14874061" y="20320"/>
                  </a:cubicBezTo>
                  <a:cubicBezTo>
                    <a:pt x="14857406" y="16764"/>
                    <a:pt x="14840017" y="14097"/>
                    <a:pt x="14822384" y="12192"/>
                  </a:cubicBezTo>
                  <a:lnTo>
                    <a:pt x="14824098" y="7493"/>
                  </a:lnTo>
                  <a:lnTo>
                    <a:pt x="14822384" y="12192"/>
                  </a:lnTo>
                  <a:cubicBezTo>
                    <a:pt x="14804749" y="10414"/>
                    <a:pt x="14786625" y="9525"/>
                    <a:pt x="14768502" y="9525"/>
                  </a:cubicBezTo>
                  <a:lnTo>
                    <a:pt x="293900" y="9525"/>
                  </a:lnTo>
                  <a:cubicBezTo>
                    <a:pt x="275776" y="9525"/>
                    <a:pt x="257897" y="10414"/>
                    <a:pt x="240018" y="12319"/>
                  </a:cubicBezTo>
                  <a:lnTo>
                    <a:pt x="238304" y="7620"/>
                  </a:lnTo>
                  <a:lnTo>
                    <a:pt x="240018" y="12319"/>
                  </a:lnTo>
                  <a:cubicBezTo>
                    <a:pt x="222384" y="14097"/>
                    <a:pt x="204995" y="16891"/>
                    <a:pt x="188341" y="20447"/>
                  </a:cubicBezTo>
                  <a:lnTo>
                    <a:pt x="184912" y="16002"/>
                  </a:lnTo>
                  <a:lnTo>
                    <a:pt x="188341" y="20447"/>
                  </a:lnTo>
                  <a:cubicBezTo>
                    <a:pt x="171686" y="24003"/>
                    <a:pt x="155767" y="28448"/>
                    <a:pt x="140827" y="33655"/>
                  </a:cubicBezTo>
                  <a:lnTo>
                    <a:pt x="135684" y="29718"/>
                  </a:lnTo>
                  <a:lnTo>
                    <a:pt x="140827" y="33655"/>
                  </a:lnTo>
                  <a:cubicBezTo>
                    <a:pt x="125887" y="38862"/>
                    <a:pt x="111927" y="44831"/>
                    <a:pt x="99191" y="51435"/>
                  </a:cubicBezTo>
                  <a:cubicBezTo>
                    <a:pt x="86455" y="58039"/>
                    <a:pt x="74944" y="65278"/>
                    <a:pt x="64903" y="73025"/>
                  </a:cubicBezTo>
                  <a:cubicBezTo>
                    <a:pt x="54861" y="80772"/>
                    <a:pt x="46289" y="89027"/>
                    <a:pt x="39431" y="97663"/>
                  </a:cubicBezTo>
                  <a:lnTo>
                    <a:pt x="30859" y="95885"/>
                  </a:lnTo>
                  <a:lnTo>
                    <a:pt x="39431" y="97663"/>
                  </a:lnTo>
                  <a:cubicBezTo>
                    <a:pt x="32574" y="106299"/>
                    <a:pt x="27185" y="115189"/>
                    <a:pt x="23757" y="124460"/>
                  </a:cubicBezTo>
                  <a:cubicBezTo>
                    <a:pt x="20328" y="133604"/>
                    <a:pt x="18368" y="143002"/>
                    <a:pt x="18368" y="152400"/>
                  </a:cubicBezTo>
                  <a:lnTo>
                    <a:pt x="18368" y="1628775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4350" y="4747572"/>
            <a:ext cx="8949686" cy="1754135"/>
            <a:chOff x="0" y="0"/>
            <a:chExt cx="7937500" cy="15557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8326" y="68326"/>
              <a:ext cx="7800848" cy="1419098"/>
            </a:xfrm>
            <a:custGeom>
              <a:avLst/>
              <a:gdLst/>
              <a:ahLst/>
              <a:cxnLst/>
              <a:rect r="r" b="b" t="t" l="l"/>
              <a:pathLst>
                <a:path h="1419098" w="7800848">
                  <a:moveTo>
                    <a:pt x="0" y="1271524"/>
                  </a:moveTo>
                  <a:lnTo>
                    <a:pt x="0" y="147574"/>
                  </a:lnTo>
                  <a:cubicBezTo>
                    <a:pt x="0" y="137922"/>
                    <a:pt x="889" y="128270"/>
                    <a:pt x="2794" y="118745"/>
                  </a:cubicBezTo>
                  <a:cubicBezTo>
                    <a:pt x="4699" y="109220"/>
                    <a:pt x="7493" y="100076"/>
                    <a:pt x="11176" y="91059"/>
                  </a:cubicBezTo>
                  <a:cubicBezTo>
                    <a:pt x="14859" y="82042"/>
                    <a:pt x="19431" y="73660"/>
                    <a:pt x="24765" y="65532"/>
                  </a:cubicBezTo>
                  <a:cubicBezTo>
                    <a:pt x="30099" y="57404"/>
                    <a:pt x="36322" y="50038"/>
                    <a:pt x="43180" y="43180"/>
                  </a:cubicBezTo>
                  <a:cubicBezTo>
                    <a:pt x="50038" y="36322"/>
                    <a:pt x="57531" y="30226"/>
                    <a:pt x="65532" y="24765"/>
                  </a:cubicBezTo>
                  <a:cubicBezTo>
                    <a:pt x="73533" y="19304"/>
                    <a:pt x="82042" y="14859"/>
                    <a:pt x="91059" y="11176"/>
                  </a:cubicBezTo>
                  <a:cubicBezTo>
                    <a:pt x="100076" y="7493"/>
                    <a:pt x="109220" y="4699"/>
                    <a:pt x="118745" y="2794"/>
                  </a:cubicBezTo>
                  <a:cubicBezTo>
                    <a:pt x="128270" y="889"/>
                    <a:pt x="137795" y="0"/>
                    <a:pt x="147574" y="0"/>
                  </a:cubicBezTo>
                  <a:lnTo>
                    <a:pt x="7653274" y="0"/>
                  </a:lnTo>
                  <a:cubicBezTo>
                    <a:pt x="7662926" y="0"/>
                    <a:pt x="7672578" y="889"/>
                    <a:pt x="7682103" y="2794"/>
                  </a:cubicBezTo>
                  <a:cubicBezTo>
                    <a:pt x="7691628" y="4699"/>
                    <a:pt x="7700899" y="7493"/>
                    <a:pt x="7709789" y="11176"/>
                  </a:cubicBezTo>
                  <a:cubicBezTo>
                    <a:pt x="7718679" y="14859"/>
                    <a:pt x="7727315" y="19431"/>
                    <a:pt x="7735316" y="24892"/>
                  </a:cubicBezTo>
                  <a:cubicBezTo>
                    <a:pt x="7743317" y="30353"/>
                    <a:pt x="7750810" y="36449"/>
                    <a:pt x="7757668" y="43307"/>
                  </a:cubicBezTo>
                  <a:cubicBezTo>
                    <a:pt x="7764526" y="50165"/>
                    <a:pt x="7770622" y="57658"/>
                    <a:pt x="7776083" y="65659"/>
                  </a:cubicBezTo>
                  <a:cubicBezTo>
                    <a:pt x="7781544" y="73660"/>
                    <a:pt x="7785989" y="82169"/>
                    <a:pt x="7789672" y="91186"/>
                  </a:cubicBezTo>
                  <a:cubicBezTo>
                    <a:pt x="7793355" y="100203"/>
                    <a:pt x="7796149" y="109474"/>
                    <a:pt x="7798054" y="118872"/>
                  </a:cubicBezTo>
                  <a:cubicBezTo>
                    <a:pt x="7799959" y="128270"/>
                    <a:pt x="7800848" y="138049"/>
                    <a:pt x="7800848" y="147701"/>
                  </a:cubicBezTo>
                  <a:lnTo>
                    <a:pt x="7800848" y="1271651"/>
                  </a:lnTo>
                  <a:cubicBezTo>
                    <a:pt x="7800848" y="1281303"/>
                    <a:pt x="7799959" y="1290955"/>
                    <a:pt x="7798054" y="1300353"/>
                  </a:cubicBezTo>
                  <a:cubicBezTo>
                    <a:pt x="7796149" y="1309751"/>
                    <a:pt x="7793355" y="1319149"/>
                    <a:pt x="7789672" y="1328039"/>
                  </a:cubicBezTo>
                  <a:cubicBezTo>
                    <a:pt x="7785989" y="1336929"/>
                    <a:pt x="7781417" y="1345438"/>
                    <a:pt x="7776083" y="1353566"/>
                  </a:cubicBezTo>
                  <a:cubicBezTo>
                    <a:pt x="7770749" y="1361694"/>
                    <a:pt x="7764526" y="1369060"/>
                    <a:pt x="7757668" y="1375918"/>
                  </a:cubicBezTo>
                  <a:cubicBezTo>
                    <a:pt x="7750810" y="1382776"/>
                    <a:pt x="7743317" y="1388872"/>
                    <a:pt x="7735316" y="1394206"/>
                  </a:cubicBezTo>
                  <a:cubicBezTo>
                    <a:pt x="7727315" y="1399540"/>
                    <a:pt x="7718806" y="1404112"/>
                    <a:pt x="7709789" y="1407795"/>
                  </a:cubicBezTo>
                  <a:cubicBezTo>
                    <a:pt x="7700772" y="1411478"/>
                    <a:pt x="7691628" y="1414272"/>
                    <a:pt x="7682103" y="1416177"/>
                  </a:cubicBezTo>
                  <a:cubicBezTo>
                    <a:pt x="7672578" y="1418082"/>
                    <a:pt x="7663053" y="1419098"/>
                    <a:pt x="7653274" y="1419098"/>
                  </a:cubicBezTo>
                  <a:lnTo>
                    <a:pt x="147574" y="1419098"/>
                  </a:lnTo>
                  <a:cubicBezTo>
                    <a:pt x="137922" y="1419098"/>
                    <a:pt x="128270" y="1418082"/>
                    <a:pt x="118745" y="1416177"/>
                  </a:cubicBezTo>
                  <a:cubicBezTo>
                    <a:pt x="109220" y="1414272"/>
                    <a:pt x="99949" y="1411478"/>
                    <a:pt x="91059" y="1407795"/>
                  </a:cubicBezTo>
                  <a:cubicBezTo>
                    <a:pt x="82169" y="1404112"/>
                    <a:pt x="73533" y="1399540"/>
                    <a:pt x="65532" y="1394206"/>
                  </a:cubicBezTo>
                  <a:cubicBezTo>
                    <a:pt x="57531" y="1388872"/>
                    <a:pt x="50038" y="1382649"/>
                    <a:pt x="43180" y="1375918"/>
                  </a:cubicBezTo>
                  <a:cubicBezTo>
                    <a:pt x="36322" y="1369187"/>
                    <a:pt x="30226" y="1361567"/>
                    <a:pt x="24765" y="1353566"/>
                  </a:cubicBezTo>
                  <a:cubicBezTo>
                    <a:pt x="19304" y="1345565"/>
                    <a:pt x="14859" y="1337056"/>
                    <a:pt x="11176" y="1328039"/>
                  </a:cubicBezTo>
                  <a:cubicBezTo>
                    <a:pt x="7493" y="1319022"/>
                    <a:pt x="4699" y="1309751"/>
                    <a:pt x="2794" y="1300353"/>
                  </a:cubicBezTo>
                  <a:cubicBezTo>
                    <a:pt x="889" y="1290955"/>
                    <a:pt x="0" y="1281303"/>
                    <a:pt x="0" y="1271651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7810373" cy="1428623"/>
            </a:xfrm>
            <a:custGeom>
              <a:avLst/>
              <a:gdLst/>
              <a:ahLst/>
              <a:cxnLst/>
              <a:rect r="r" b="b" t="t" l="l"/>
              <a:pathLst>
                <a:path h="1428623" w="7810373">
                  <a:moveTo>
                    <a:pt x="0" y="1276350"/>
                  </a:moveTo>
                  <a:lnTo>
                    <a:pt x="0" y="152400"/>
                  </a:lnTo>
                  <a:lnTo>
                    <a:pt x="4826" y="152400"/>
                  </a:lnTo>
                  <a:lnTo>
                    <a:pt x="0" y="152400"/>
                  </a:lnTo>
                  <a:cubicBezTo>
                    <a:pt x="0" y="142367"/>
                    <a:pt x="1016" y="132461"/>
                    <a:pt x="2921" y="122682"/>
                  </a:cubicBezTo>
                  <a:cubicBezTo>
                    <a:pt x="4826" y="112903"/>
                    <a:pt x="7747" y="103378"/>
                    <a:pt x="11557" y="94107"/>
                  </a:cubicBezTo>
                  <a:cubicBezTo>
                    <a:pt x="15367" y="84836"/>
                    <a:pt x="20066" y="76073"/>
                    <a:pt x="25654" y="67818"/>
                  </a:cubicBezTo>
                  <a:cubicBezTo>
                    <a:pt x="31242" y="59563"/>
                    <a:pt x="37592" y="51816"/>
                    <a:pt x="44577" y="44704"/>
                  </a:cubicBezTo>
                  <a:cubicBezTo>
                    <a:pt x="51689" y="37592"/>
                    <a:pt x="59309" y="31242"/>
                    <a:pt x="67691" y="25781"/>
                  </a:cubicBezTo>
                  <a:cubicBezTo>
                    <a:pt x="76073" y="20193"/>
                    <a:pt x="84836" y="15494"/>
                    <a:pt x="94107" y="11684"/>
                  </a:cubicBezTo>
                  <a:lnTo>
                    <a:pt x="95885" y="16129"/>
                  </a:lnTo>
                  <a:lnTo>
                    <a:pt x="94107" y="11684"/>
                  </a:lnTo>
                  <a:cubicBezTo>
                    <a:pt x="103378" y="7874"/>
                    <a:pt x="112903" y="4953"/>
                    <a:pt x="122682" y="3048"/>
                  </a:cubicBezTo>
                  <a:cubicBezTo>
                    <a:pt x="132461" y="1016"/>
                    <a:pt x="142367" y="0"/>
                    <a:pt x="152400" y="0"/>
                  </a:cubicBezTo>
                  <a:lnTo>
                    <a:pt x="152400" y="4826"/>
                  </a:lnTo>
                  <a:lnTo>
                    <a:pt x="152400" y="0"/>
                  </a:lnTo>
                  <a:lnTo>
                    <a:pt x="7658100" y="0"/>
                  </a:lnTo>
                  <a:lnTo>
                    <a:pt x="7658100" y="4826"/>
                  </a:lnTo>
                  <a:lnTo>
                    <a:pt x="7658100" y="0"/>
                  </a:lnTo>
                  <a:cubicBezTo>
                    <a:pt x="7668133" y="0"/>
                    <a:pt x="7678039" y="1016"/>
                    <a:pt x="7687818" y="2921"/>
                  </a:cubicBezTo>
                  <a:cubicBezTo>
                    <a:pt x="7697597" y="4826"/>
                    <a:pt x="7707122" y="7747"/>
                    <a:pt x="7716393" y="11557"/>
                  </a:cubicBezTo>
                  <a:cubicBezTo>
                    <a:pt x="7725664" y="15367"/>
                    <a:pt x="7734427" y="20066"/>
                    <a:pt x="7742682" y="25654"/>
                  </a:cubicBezTo>
                  <a:lnTo>
                    <a:pt x="7740015" y="29591"/>
                  </a:lnTo>
                  <a:lnTo>
                    <a:pt x="7742682" y="25654"/>
                  </a:lnTo>
                  <a:cubicBezTo>
                    <a:pt x="7750937" y="31242"/>
                    <a:pt x="7758684" y="37465"/>
                    <a:pt x="7765796" y="44577"/>
                  </a:cubicBezTo>
                  <a:cubicBezTo>
                    <a:pt x="7772908" y="51689"/>
                    <a:pt x="7779131" y="59309"/>
                    <a:pt x="7784719" y="67691"/>
                  </a:cubicBezTo>
                  <a:cubicBezTo>
                    <a:pt x="7790307" y="76073"/>
                    <a:pt x="7795006" y="84836"/>
                    <a:pt x="7798816" y="93980"/>
                  </a:cubicBezTo>
                  <a:cubicBezTo>
                    <a:pt x="7802626" y="103251"/>
                    <a:pt x="7805547" y="112776"/>
                    <a:pt x="7807452" y="122555"/>
                  </a:cubicBezTo>
                  <a:cubicBezTo>
                    <a:pt x="7809357" y="132334"/>
                    <a:pt x="7810373" y="142240"/>
                    <a:pt x="7810373" y="152273"/>
                  </a:cubicBezTo>
                  <a:lnTo>
                    <a:pt x="7810373" y="1276223"/>
                  </a:lnTo>
                  <a:cubicBezTo>
                    <a:pt x="7810373" y="1286256"/>
                    <a:pt x="7809357" y="1296162"/>
                    <a:pt x="7807452" y="1305941"/>
                  </a:cubicBezTo>
                  <a:lnTo>
                    <a:pt x="7802753" y="1305052"/>
                  </a:lnTo>
                  <a:lnTo>
                    <a:pt x="7807452" y="1305941"/>
                  </a:lnTo>
                  <a:cubicBezTo>
                    <a:pt x="7805547" y="1315720"/>
                    <a:pt x="7802626" y="1325245"/>
                    <a:pt x="7798816" y="1334516"/>
                  </a:cubicBezTo>
                  <a:cubicBezTo>
                    <a:pt x="7795006" y="1343787"/>
                    <a:pt x="7790307" y="1352550"/>
                    <a:pt x="7784719" y="1360805"/>
                  </a:cubicBezTo>
                  <a:cubicBezTo>
                    <a:pt x="7779131" y="1369187"/>
                    <a:pt x="7772781" y="1376807"/>
                    <a:pt x="7765796" y="1383919"/>
                  </a:cubicBezTo>
                  <a:cubicBezTo>
                    <a:pt x="7758684" y="1391031"/>
                    <a:pt x="7751064" y="1397254"/>
                    <a:pt x="7742682" y="1402842"/>
                  </a:cubicBezTo>
                  <a:lnTo>
                    <a:pt x="7740015" y="1398905"/>
                  </a:lnTo>
                  <a:lnTo>
                    <a:pt x="7742682" y="1402842"/>
                  </a:lnTo>
                  <a:cubicBezTo>
                    <a:pt x="7734300" y="1408430"/>
                    <a:pt x="7725537" y="1413129"/>
                    <a:pt x="7716266" y="1416939"/>
                  </a:cubicBezTo>
                  <a:lnTo>
                    <a:pt x="7714488" y="1412494"/>
                  </a:lnTo>
                  <a:lnTo>
                    <a:pt x="7716266" y="1416939"/>
                  </a:lnTo>
                  <a:cubicBezTo>
                    <a:pt x="7706995" y="1420749"/>
                    <a:pt x="7697470" y="1423670"/>
                    <a:pt x="7687691" y="1425575"/>
                  </a:cubicBezTo>
                  <a:lnTo>
                    <a:pt x="7686802" y="1420876"/>
                  </a:lnTo>
                  <a:lnTo>
                    <a:pt x="7687691" y="1425575"/>
                  </a:lnTo>
                  <a:cubicBezTo>
                    <a:pt x="7677912" y="1427480"/>
                    <a:pt x="7668006" y="1428496"/>
                    <a:pt x="7657973" y="1428623"/>
                  </a:cubicBezTo>
                  <a:lnTo>
                    <a:pt x="152400" y="1428623"/>
                  </a:lnTo>
                  <a:cubicBezTo>
                    <a:pt x="142367" y="1428623"/>
                    <a:pt x="132461" y="1427607"/>
                    <a:pt x="122682" y="1425575"/>
                  </a:cubicBezTo>
                  <a:cubicBezTo>
                    <a:pt x="112903" y="1423670"/>
                    <a:pt x="103378" y="1420749"/>
                    <a:pt x="94107" y="1416939"/>
                  </a:cubicBezTo>
                  <a:lnTo>
                    <a:pt x="95885" y="1412494"/>
                  </a:lnTo>
                  <a:lnTo>
                    <a:pt x="94107" y="1416939"/>
                  </a:lnTo>
                  <a:cubicBezTo>
                    <a:pt x="84836" y="1413129"/>
                    <a:pt x="76073" y="1408430"/>
                    <a:pt x="67691" y="1402842"/>
                  </a:cubicBezTo>
                  <a:cubicBezTo>
                    <a:pt x="59436" y="1397254"/>
                    <a:pt x="51689" y="1391031"/>
                    <a:pt x="44577" y="1383919"/>
                  </a:cubicBezTo>
                  <a:cubicBezTo>
                    <a:pt x="37465" y="1376807"/>
                    <a:pt x="31242" y="1369187"/>
                    <a:pt x="25654" y="1360805"/>
                  </a:cubicBezTo>
                  <a:lnTo>
                    <a:pt x="29591" y="1358138"/>
                  </a:lnTo>
                  <a:lnTo>
                    <a:pt x="25654" y="1360805"/>
                  </a:lnTo>
                  <a:cubicBezTo>
                    <a:pt x="20066" y="1352423"/>
                    <a:pt x="15367" y="1343660"/>
                    <a:pt x="11557" y="1334516"/>
                  </a:cubicBezTo>
                  <a:cubicBezTo>
                    <a:pt x="7747" y="1325245"/>
                    <a:pt x="4826" y="1315720"/>
                    <a:pt x="2921" y="1305941"/>
                  </a:cubicBezTo>
                  <a:lnTo>
                    <a:pt x="7620" y="1305052"/>
                  </a:lnTo>
                  <a:lnTo>
                    <a:pt x="2921" y="1305941"/>
                  </a:lnTo>
                  <a:cubicBezTo>
                    <a:pt x="1016" y="1296162"/>
                    <a:pt x="0" y="1286256"/>
                    <a:pt x="0" y="1276223"/>
                  </a:cubicBezTo>
                  <a:lnTo>
                    <a:pt x="4826" y="1276223"/>
                  </a:lnTo>
                  <a:lnTo>
                    <a:pt x="0" y="1276223"/>
                  </a:lnTo>
                  <a:moveTo>
                    <a:pt x="9525" y="1276223"/>
                  </a:moveTo>
                  <a:cubicBezTo>
                    <a:pt x="9525" y="1285621"/>
                    <a:pt x="10414" y="1294892"/>
                    <a:pt x="12319" y="1304036"/>
                  </a:cubicBezTo>
                  <a:cubicBezTo>
                    <a:pt x="14224" y="1313180"/>
                    <a:pt x="16891" y="1322197"/>
                    <a:pt x="20447" y="1330833"/>
                  </a:cubicBezTo>
                  <a:lnTo>
                    <a:pt x="16002" y="1332611"/>
                  </a:lnTo>
                  <a:lnTo>
                    <a:pt x="20447" y="1330833"/>
                  </a:lnTo>
                  <a:cubicBezTo>
                    <a:pt x="24003" y="1339469"/>
                    <a:pt x="28448" y="1347724"/>
                    <a:pt x="33655" y="1355471"/>
                  </a:cubicBezTo>
                  <a:cubicBezTo>
                    <a:pt x="38862" y="1363218"/>
                    <a:pt x="44831" y="1370457"/>
                    <a:pt x="51435" y="1377188"/>
                  </a:cubicBezTo>
                  <a:lnTo>
                    <a:pt x="48006" y="1380490"/>
                  </a:lnTo>
                  <a:lnTo>
                    <a:pt x="51308" y="1377061"/>
                  </a:lnTo>
                  <a:cubicBezTo>
                    <a:pt x="57912" y="1383665"/>
                    <a:pt x="65151" y="1389634"/>
                    <a:pt x="73025" y="1394841"/>
                  </a:cubicBezTo>
                  <a:lnTo>
                    <a:pt x="70358" y="1398778"/>
                  </a:lnTo>
                  <a:lnTo>
                    <a:pt x="73025" y="1394841"/>
                  </a:lnTo>
                  <a:cubicBezTo>
                    <a:pt x="80772" y="1400048"/>
                    <a:pt x="89027" y="1404493"/>
                    <a:pt x="97663" y="1408049"/>
                  </a:cubicBezTo>
                  <a:cubicBezTo>
                    <a:pt x="106299" y="1411605"/>
                    <a:pt x="115316" y="1414399"/>
                    <a:pt x="124460" y="1416177"/>
                  </a:cubicBezTo>
                  <a:lnTo>
                    <a:pt x="123571" y="1420876"/>
                  </a:lnTo>
                  <a:lnTo>
                    <a:pt x="124460" y="1416177"/>
                  </a:lnTo>
                  <a:cubicBezTo>
                    <a:pt x="133604" y="1417955"/>
                    <a:pt x="143002" y="1418971"/>
                    <a:pt x="152400" y="1418971"/>
                  </a:cubicBezTo>
                  <a:lnTo>
                    <a:pt x="152400" y="1423670"/>
                  </a:lnTo>
                  <a:lnTo>
                    <a:pt x="152400" y="1418844"/>
                  </a:lnTo>
                  <a:lnTo>
                    <a:pt x="7658100" y="1418844"/>
                  </a:lnTo>
                  <a:lnTo>
                    <a:pt x="7658100" y="1423670"/>
                  </a:lnTo>
                  <a:lnTo>
                    <a:pt x="7658100" y="1418971"/>
                  </a:lnTo>
                  <a:cubicBezTo>
                    <a:pt x="7667498" y="1418971"/>
                    <a:pt x="7676769" y="1417955"/>
                    <a:pt x="7686040" y="1416177"/>
                  </a:cubicBezTo>
                  <a:cubicBezTo>
                    <a:pt x="7695184" y="1414399"/>
                    <a:pt x="7704201" y="1411605"/>
                    <a:pt x="7712837" y="1408049"/>
                  </a:cubicBezTo>
                  <a:cubicBezTo>
                    <a:pt x="7721473" y="1404493"/>
                    <a:pt x="7729728" y="1400048"/>
                    <a:pt x="7737475" y="1394841"/>
                  </a:cubicBezTo>
                  <a:cubicBezTo>
                    <a:pt x="7745222" y="1389634"/>
                    <a:pt x="7752461" y="1383665"/>
                    <a:pt x="7759192" y="1377061"/>
                  </a:cubicBezTo>
                  <a:lnTo>
                    <a:pt x="7762494" y="1380490"/>
                  </a:lnTo>
                  <a:lnTo>
                    <a:pt x="7759065" y="1377188"/>
                  </a:lnTo>
                  <a:cubicBezTo>
                    <a:pt x="7765669" y="1370457"/>
                    <a:pt x="7771638" y="1363345"/>
                    <a:pt x="7776845" y="1355471"/>
                  </a:cubicBezTo>
                  <a:lnTo>
                    <a:pt x="7780782" y="1358138"/>
                  </a:lnTo>
                  <a:lnTo>
                    <a:pt x="7776845" y="1355471"/>
                  </a:lnTo>
                  <a:cubicBezTo>
                    <a:pt x="7782052" y="1347597"/>
                    <a:pt x="7786497" y="1339469"/>
                    <a:pt x="7790053" y="1330833"/>
                  </a:cubicBezTo>
                  <a:lnTo>
                    <a:pt x="7794498" y="1332611"/>
                  </a:lnTo>
                  <a:lnTo>
                    <a:pt x="7790053" y="1330833"/>
                  </a:lnTo>
                  <a:cubicBezTo>
                    <a:pt x="7793609" y="1322197"/>
                    <a:pt x="7796403" y="1313180"/>
                    <a:pt x="7798181" y="1304036"/>
                  </a:cubicBezTo>
                  <a:cubicBezTo>
                    <a:pt x="7799959" y="1294892"/>
                    <a:pt x="7800975" y="1285621"/>
                    <a:pt x="7800975" y="1276223"/>
                  </a:cubicBezTo>
                  <a:lnTo>
                    <a:pt x="7805674" y="1276223"/>
                  </a:lnTo>
                  <a:lnTo>
                    <a:pt x="7800848" y="1276223"/>
                  </a:lnTo>
                  <a:lnTo>
                    <a:pt x="7800848" y="152400"/>
                  </a:lnTo>
                  <a:lnTo>
                    <a:pt x="7805674" y="152400"/>
                  </a:lnTo>
                  <a:lnTo>
                    <a:pt x="7800975" y="152400"/>
                  </a:lnTo>
                  <a:cubicBezTo>
                    <a:pt x="7800975" y="143002"/>
                    <a:pt x="7800086" y="133731"/>
                    <a:pt x="7798181" y="124460"/>
                  </a:cubicBezTo>
                  <a:lnTo>
                    <a:pt x="7802880" y="123571"/>
                  </a:lnTo>
                  <a:lnTo>
                    <a:pt x="7798181" y="124460"/>
                  </a:lnTo>
                  <a:cubicBezTo>
                    <a:pt x="7796403" y="115316"/>
                    <a:pt x="7793609" y="106299"/>
                    <a:pt x="7790053" y="97663"/>
                  </a:cubicBezTo>
                  <a:lnTo>
                    <a:pt x="7794498" y="95885"/>
                  </a:lnTo>
                  <a:lnTo>
                    <a:pt x="7790053" y="97663"/>
                  </a:lnTo>
                  <a:cubicBezTo>
                    <a:pt x="7786497" y="89027"/>
                    <a:pt x="7782052" y="80772"/>
                    <a:pt x="7776845" y="73025"/>
                  </a:cubicBezTo>
                  <a:lnTo>
                    <a:pt x="7780782" y="70358"/>
                  </a:lnTo>
                  <a:lnTo>
                    <a:pt x="7776845" y="73025"/>
                  </a:lnTo>
                  <a:cubicBezTo>
                    <a:pt x="7771638" y="65278"/>
                    <a:pt x="7765669" y="58039"/>
                    <a:pt x="7759065" y="51435"/>
                  </a:cubicBezTo>
                  <a:lnTo>
                    <a:pt x="7762494" y="48133"/>
                  </a:lnTo>
                  <a:lnTo>
                    <a:pt x="7759065" y="51435"/>
                  </a:lnTo>
                  <a:cubicBezTo>
                    <a:pt x="7752461" y="44831"/>
                    <a:pt x="7745222" y="38862"/>
                    <a:pt x="7737475" y="33655"/>
                  </a:cubicBezTo>
                  <a:cubicBezTo>
                    <a:pt x="7729728" y="28448"/>
                    <a:pt x="7721473" y="24003"/>
                    <a:pt x="7712710" y="20447"/>
                  </a:cubicBezTo>
                  <a:lnTo>
                    <a:pt x="7714488" y="16002"/>
                  </a:lnTo>
                  <a:lnTo>
                    <a:pt x="7712710" y="20447"/>
                  </a:lnTo>
                  <a:cubicBezTo>
                    <a:pt x="7704074" y="16891"/>
                    <a:pt x="7695057" y="14097"/>
                    <a:pt x="7685913" y="12319"/>
                  </a:cubicBezTo>
                  <a:lnTo>
                    <a:pt x="7686802" y="7620"/>
                  </a:lnTo>
                  <a:lnTo>
                    <a:pt x="7685913" y="12319"/>
                  </a:lnTo>
                  <a:cubicBezTo>
                    <a:pt x="7676769" y="10541"/>
                    <a:pt x="7667371" y="9652"/>
                    <a:pt x="7657973" y="9652"/>
                  </a:cubicBezTo>
                  <a:lnTo>
                    <a:pt x="152400" y="9652"/>
                  </a:lnTo>
                  <a:cubicBezTo>
                    <a:pt x="143002" y="9652"/>
                    <a:pt x="133731" y="10541"/>
                    <a:pt x="124587" y="12446"/>
                  </a:cubicBezTo>
                  <a:lnTo>
                    <a:pt x="123698" y="7747"/>
                  </a:lnTo>
                  <a:lnTo>
                    <a:pt x="124587" y="12446"/>
                  </a:lnTo>
                  <a:cubicBezTo>
                    <a:pt x="115443" y="14224"/>
                    <a:pt x="106426" y="17018"/>
                    <a:pt x="97790" y="20574"/>
                  </a:cubicBezTo>
                  <a:cubicBezTo>
                    <a:pt x="89154" y="24130"/>
                    <a:pt x="80899" y="28575"/>
                    <a:pt x="73152" y="33782"/>
                  </a:cubicBezTo>
                  <a:lnTo>
                    <a:pt x="70485" y="29845"/>
                  </a:lnTo>
                  <a:lnTo>
                    <a:pt x="73152" y="33782"/>
                  </a:lnTo>
                  <a:cubicBezTo>
                    <a:pt x="65405" y="38989"/>
                    <a:pt x="58166" y="44958"/>
                    <a:pt x="51562" y="51562"/>
                  </a:cubicBezTo>
                  <a:lnTo>
                    <a:pt x="48133" y="48260"/>
                  </a:lnTo>
                  <a:lnTo>
                    <a:pt x="51562" y="51562"/>
                  </a:lnTo>
                  <a:cubicBezTo>
                    <a:pt x="44958" y="58293"/>
                    <a:pt x="38989" y="65405"/>
                    <a:pt x="33782" y="73152"/>
                  </a:cubicBezTo>
                  <a:lnTo>
                    <a:pt x="29845" y="70485"/>
                  </a:lnTo>
                  <a:lnTo>
                    <a:pt x="33782" y="73152"/>
                  </a:lnTo>
                  <a:cubicBezTo>
                    <a:pt x="28575" y="81026"/>
                    <a:pt x="24130" y="89154"/>
                    <a:pt x="20574" y="97917"/>
                  </a:cubicBezTo>
                  <a:lnTo>
                    <a:pt x="16129" y="96139"/>
                  </a:lnTo>
                  <a:lnTo>
                    <a:pt x="20574" y="97917"/>
                  </a:lnTo>
                  <a:cubicBezTo>
                    <a:pt x="17018" y="106553"/>
                    <a:pt x="14224" y="115570"/>
                    <a:pt x="12446" y="124714"/>
                  </a:cubicBezTo>
                  <a:lnTo>
                    <a:pt x="7747" y="123825"/>
                  </a:lnTo>
                  <a:lnTo>
                    <a:pt x="12446" y="124714"/>
                  </a:lnTo>
                  <a:cubicBezTo>
                    <a:pt x="10668" y="133985"/>
                    <a:pt x="9652" y="143256"/>
                    <a:pt x="9652" y="152654"/>
                  </a:cubicBezTo>
                  <a:lnTo>
                    <a:pt x="9652" y="1276604"/>
                  </a:lnTo>
                  <a:close/>
                </a:path>
              </a:pathLst>
            </a:custGeom>
            <a:solidFill>
              <a:srgbClr val="D5DEE9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40359" y="5767701"/>
            <a:ext cx="4027714" cy="3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1"/>
              </a:lnSpc>
            </a:pPr>
            <a:r>
              <a:rPr lang="en-US" sz="2029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규격 부품 모음: 베어링 · 볼트 · 오일 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04604" y="5767701"/>
            <a:ext cx="3406202" cy="3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1"/>
              </a:lnSpc>
            </a:pPr>
            <a:r>
              <a:rPr lang="en-US" sz="2029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자주 쓰는 템플릿·재질·해석 설정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0359" y="5231462"/>
            <a:ext cx="1143813" cy="485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8"/>
              </a:lnSpc>
            </a:pPr>
            <a:r>
              <a:rPr lang="en-US" b="true" sz="2706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Library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04604" y="5231462"/>
            <a:ext cx="1319095" cy="485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8"/>
              </a:lnSpc>
            </a:pPr>
            <a:r>
              <a:rPr lang="en-US" b="true" sz="2706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Favorite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5951" y="7032174"/>
            <a:ext cx="10224007" cy="394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8"/>
              </a:lnSpc>
            </a:pPr>
            <a:r>
              <a:rPr lang="en-US" sz="2198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보관: team-KFKA/KAFKA-PROJECT (git lfs) · 회의록: 팀스트링_날짜_간략한 회의주제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85951" y="4729669"/>
            <a:ext cx="17187699" cy="4318415"/>
            <a:chOff x="0" y="0"/>
            <a:chExt cx="4014831" cy="10087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14831" cy="1008727"/>
            </a:xfrm>
            <a:custGeom>
              <a:avLst/>
              <a:gdLst/>
              <a:ahLst/>
              <a:cxnLst/>
              <a:rect r="r" b="b" t="t" l="l"/>
              <a:pathLst>
                <a:path h="1008727" w="4014831">
                  <a:moveTo>
                    <a:pt x="22972" y="0"/>
                  </a:moveTo>
                  <a:lnTo>
                    <a:pt x="3991858" y="0"/>
                  </a:lnTo>
                  <a:cubicBezTo>
                    <a:pt x="3997951" y="0"/>
                    <a:pt x="4003794" y="2420"/>
                    <a:pt x="4008102" y="6728"/>
                  </a:cubicBezTo>
                  <a:cubicBezTo>
                    <a:pt x="4012410" y="11036"/>
                    <a:pt x="4014831" y="16880"/>
                    <a:pt x="4014831" y="22972"/>
                  </a:cubicBezTo>
                  <a:lnTo>
                    <a:pt x="4014831" y="985755"/>
                  </a:lnTo>
                  <a:cubicBezTo>
                    <a:pt x="4014831" y="998443"/>
                    <a:pt x="4004545" y="1008727"/>
                    <a:pt x="3991858" y="1008727"/>
                  </a:cubicBezTo>
                  <a:lnTo>
                    <a:pt x="22972" y="1008727"/>
                  </a:lnTo>
                  <a:cubicBezTo>
                    <a:pt x="16880" y="1008727"/>
                    <a:pt x="11036" y="1006307"/>
                    <a:pt x="6728" y="1001999"/>
                  </a:cubicBezTo>
                  <a:cubicBezTo>
                    <a:pt x="2420" y="997691"/>
                    <a:pt x="0" y="991848"/>
                    <a:pt x="0" y="985755"/>
                  </a:cubicBezTo>
                  <a:lnTo>
                    <a:pt x="0" y="22972"/>
                  </a:lnTo>
                  <a:cubicBezTo>
                    <a:pt x="0" y="16880"/>
                    <a:pt x="2420" y="11036"/>
                    <a:pt x="6728" y="6728"/>
                  </a:cubicBezTo>
                  <a:cubicBezTo>
                    <a:pt x="11036" y="2420"/>
                    <a:pt x="16880" y="0"/>
                    <a:pt x="22972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14831" cy="1046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512265" y="5498175"/>
            <a:ext cx="2994407" cy="2994407"/>
          </a:xfrm>
          <a:custGeom>
            <a:avLst/>
            <a:gdLst/>
            <a:ahLst/>
            <a:cxnLst/>
            <a:rect r="r" b="b" t="t" l="l"/>
            <a:pathLst>
              <a:path h="2994407" w="2994407">
                <a:moveTo>
                  <a:pt x="0" y="0"/>
                </a:moveTo>
                <a:lnTo>
                  <a:pt x="2994407" y="0"/>
                </a:lnTo>
                <a:lnTo>
                  <a:pt x="2994407" y="2994407"/>
                </a:lnTo>
                <a:lnTo>
                  <a:pt x="0" y="29944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561285" y="5498175"/>
            <a:ext cx="2997795" cy="2997795"/>
          </a:xfrm>
          <a:custGeom>
            <a:avLst/>
            <a:gdLst/>
            <a:ahLst/>
            <a:cxnLst/>
            <a:rect r="r" b="b" t="t" l="l"/>
            <a:pathLst>
              <a:path h="2997795" w="2997795">
                <a:moveTo>
                  <a:pt x="0" y="0"/>
                </a:moveTo>
                <a:lnTo>
                  <a:pt x="2997795" y="0"/>
                </a:lnTo>
                <a:lnTo>
                  <a:pt x="2997795" y="2997795"/>
                </a:lnTo>
                <a:lnTo>
                  <a:pt x="0" y="29977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804286" y="5578625"/>
            <a:ext cx="2756130" cy="2836896"/>
          </a:xfrm>
          <a:custGeom>
            <a:avLst/>
            <a:gdLst/>
            <a:ahLst/>
            <a:cxnLst/>
            <a:rect r="r" b="b" t="t" l="l"/>
            <a:pathLst>
              <a:path h="2836896" w="2756130">
                <a:moveTo>
                  <a:pt x="0" y="0"/>
                </a:moveTo>
                <a:lnTo>
                  <a:pt x="2756130" y="0"/>
                </a:lnTo>
                <a:lnTo>
                  <a:pt x="2756130" y="2836896"/>
                </a:lnTo>
                <a:lnTo>
                  <a:pt x="0" y="28368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40359" y="3474279"/>
            <a:ext cx="12342151" cy="48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706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파일명 규칙(안) KAFKA_구분_부품_rev — 예: KAFKA_PRT_G02- ExtGear_R5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0359" y="2614675"/>
            <a:ext cx="1756041" cy="84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45"/>
              </a:lnSpc>
            </a:pPr>
            <a:r>
              <a:rPr lang="en-US" b="true" sz="4961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String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63800" y="9380868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26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9048" y="1200150"/>
            <a:ext cx="5635485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b="true" sz="2499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07 · Cloud DATA 관리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2888" y="1475105"/>
            <a:ext cx="761823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설계</a:t>
            </a:r>
            <a:r>
              <a:rPr lang="en-US" b="true" sz="5199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데이터 및 산출물 관리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0295" y="2463048"/>
            <a:ext cx="17547411" cy="42181"/>
            <a:chOff x="0" y="0"/>
            <a:chExt cx="158496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49600" cy="38100"/>
            </a:xfrm>
            <a:custGeom>
              <a:avLst/>
              <a:gdLst/>
              <a:ahLst/>
              <a:cxnLst/>
              <a:rect r="r" b="b" t="t" l="l"/>
              <a:pathLst>
                <a:path h="3810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FB3C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70295" y="3579118"/>
            <a:ext cx="982001" cy="85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3"/>
              </a:lnSpc>
            </a:pPr>
            <a:r>
              <a:rPr lang="en-US" b="true" sz="1992">
                <a:solidFill>
                  <a:srgbClr val="1565C0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1차 기획 </a:t>
            </a:r>
            <a:r>
              <a:rPr lang="en-US" sz="1992">
                <a:solidFill>
                  <a:srgbClr val="6A7A8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오늘 발표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0295" y="5233370"/>
            <a:ext cx="2109064" cy="377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b="true" sz="1992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교육·자문</a:t>
            </a:r>
          </a:p>
          <a:p>
            <a:pPr algn="l">
              <a:lnSpc>
                <a:spcPts val="4318"/>
              </a:lnSpc>
            </a:pPr>
            <a:r>
              <a:rPr lang="en-US" b="true" sz="1992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기획·주제</a:t>
            </a:r>
          </a:p>
          <a:p>
            <a:pPr algn="l">
              <a:lnSpc>
                <a:spcPts val="4318"/>
              </a:lnSpc>
            </a:pPr>
            <a:r>
              <a:rPr lang="en-US" b="true" sz="1992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모델링</a:t>
            </a:r>
          </a:p>
          <a:p>
            <a:pPr algn="l">
              <a:lnSpc>
                <a:spcPts val="4318"/>
              </a:lnSpc>
            </a:pPr>
            <a:r>
              <a:rPr lang="en-US" b="true" sz="1992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레이아웃</a:t>
            </a:r>
          </a:p>
          <a:p>
            <a:pPr algn="l">
              <a:lnSpc>
                <a:spcPts val="4318"/>
              </a:lnSpc>
            </a:pPr>
            <a:r>
              <a:rPr lang="en-US" b="true" sz="1992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해석</a:t>
            </a:r>
          </a:p>
          <a:p>
            <a:pPr algn="l">
              <a:lnSpc>
                <a:spcPts val="4318"/>
              </a:lnSpc>
            </a:pPr>
            <a:r>
              <a:rPr lang="en-US" b="true" sz="1992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시뮬레이션</a:t>
            </a:r>
          </a:p>
          <a:p>
            <a:pPr algn="l">
              <a:lnSpc>
                <a:spcPts val="4318"/>
              </a:lnSpc>
            </a:pPr>
            <a:r>
              <a:rPr lang="en-US" b="true" sz="1992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발표·문서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48084" y="4816323"/>
            <a:ext cx="385157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1992">
                <a:solidFill>
                  <a:srgbClr val="4A5568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9월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01171" y="3645793"/>
            <a:ext cx="906623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1992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1차 중간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32048" y="3645793"/>
            <a:ext cx="906623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1992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1차 최종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62924" y="3645793"/>
            <a:ext cx="906623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1992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2차 기획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11998" y="4816323"/>
            <a:ext cx="540047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1992">
                <a:solidFill>
                  <a:srgbClr val="4A5568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10월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93801" y="3645793"/>
            <a:ext cx="906623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1992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2차 중간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14983" y="4816323"/>
            <a:ext cx="540047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1992">
                <a:solidFill>
                  <a:srgbClr val="4A5568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11월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24677" y="3645793"/>
            <a:ext cx="982001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1992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최종 점검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280553" y="4816323"/>
            <a:ext cx="540047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1992">
                <a:solidFill>
                  <a:srgbClr val="4A5568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12월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55554" y="3645793"/>
            <a:ext cx="982001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1992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최종 발표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0295" y="2969595"/>
            <a:ext cx="1353566" cy="65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4"/>
              </a:lnSpc>
            </a:pPr>
            <a:r>
              <a:rPr lang="en-US" b="true" sz="3653">
                <a:solidFill>
                  <a:srgbClr val="1976D2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10/16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01171" y="2969595"/>
            <a:ext cx="1069601" cy="65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4"/>
              </a:lnSpc>
            </a:pPr>
            <a:r>
              <a:rPr lang="en-US" b="true" sz="3653">
                <a:solidFill>
                  <a:srgbClr val="10233D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11/2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32048" y="2969595"/>
            <a:ext cx="1353566" cy="65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4"/>
              </a:lnSpc>
            </a:pPr>
            <a:r>
              <a:rPr lang="en-US" b="true" sz="3653">
                <a:solidFill>
                  <a:srgbClr val="10233D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11/17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62924" y="2969595"/>
            <a:ext cx="1353566" cy="65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4"/>
              </a:lnSpc>
            </a:pPr>
            <a:r>
              <a:rPr lang="en-US" b="true" sz="3653">
                <a:solidFill>
                  <a:srgbClr val="10233D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11/23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93801" y="2969595"/>
            <a:ext cx="1069601" cy="65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4"/>
              </a:lnSpc>
            </a:pPr>
            <a:r>
              <a:rPr lang="en-US" b="true" sz="3653">
                <a:solidFill>
                  <a:srgbClr val="10233D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12/3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24677" y="2969595"/>
            <a:ext cx="1353566" cy="65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4"/>
              </a:lnSpc>
            </a:pPr>
            <a:r>
              <a:rPr lang="en-US" b="true" sz="3653">
                <a:solidFill>
                  <a:srgbClr val="10233D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12/16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555554" y="2969595"/>
            <a:ext cx="1353566" cy="65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4"/>
              </a:lnSpc>
            </a:pPr>
            <a:r>
              <a:rPr lang="en-US" b="true" sz="3653">
                <a:solidFill>
                  <a:srgbClr val="10233D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12/18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163800" y="9380868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27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577430" y="5225922"/>
            <a:ext cx="15335003" cy="21091"/>
            <a:chOff x="0" y="0"/>
            <a:chExt cx="18468340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468339" cy="25400"/>
            </a:xfrm>
            <a:custGeom>
              <a:avLst/>
              <a:gdLst/>
              <a:ahLst/>
              <a:cxnLst/>
              <a:rect r="r" b="b" t="t" l="l"/>
              <a:pathLst>
                <a:path h="25400" w="18468339">
                  <a:moveTo>
                    <a:pt x="0" y="0"/>
                  </a:moveTo>
                  <a:lnTo>
                    <a:pt x="18468339" y="0"/>
                  </a:lnTo>
                  <a:lnTo>
                    <a:pt x="18468339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5D1D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846834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577430" y="5846724"/>
            <a:ext cx="15335003" cy="10545"/>
            <a:chOff x="0" y="0"/>
            <a:chExt cx="18468340" cy="12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468339" cy="12700"/>
            </a:xfrm>
            <a:custGeom>
              <a:avLst/>
              <a:gdLst/>
              <a:ahLst/>
              <a:cxnLst/>
              <a:rect r="r" b="b" t="t" l="l"/>
              <a:pathLst>
                <a:path h="12700" w="18468339">
                  <a:moveTo>
                    <a:pt x="0" y="0"/>
                  </a:moveTo>
                  <a:lnTo>
                    <a:pt x="18468339" y="0"/>
                  </a:lnTo>
                  <a:lnTo>
                    <a:pt x="18468339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3E9F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846834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577430" y="6395081"/>
            <a:ext cx="15335003" cy="10545"/>
            <a:chOff x="0" y="0"/>
            <a:chExt cx="18468340" cy="12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468339" cy="12700"/>
            </a:xfrm>
            <a:custGeom>
              <a:avLst/>
              <a:gdLst/>
              <a:ahLst/>
              <a:cxnLst/>
              <a:rect r="r" b="b" t="t" l="l"/>
              <a:pathLst>
                <a:path h="12700" w="18468339">
                  <a:moveTo>
                    <a:pt x="0" y="0"/>
                  </a:moveTo>
                  <a:lnTo>
                    <a:pt x="18468339" y="0"/>
                  </a:lnTo>
                  <a:lnTo>
                    <a:pt x="18468339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3E9F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846834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577430" y="6943438"/>
            <a:ext cx="15335003" cy="10545"/>
            <a:chOff x="0" y="0"/>
            <a:chExt cx="18468340" cy="12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468339" cy="12700"/>
            </a:xfrm>
            <a:custGeom>
              <a:avLst/>
              <a:gdLst/>
              <a:ahLst/>
              <a:cxnLst/>
              <a:rect r="r" b="b" t="t" l="l"/>
              <a:pathLst>
                <a:path h="12700" w="18468339">
                  <a:moveTo>
                    <a:pt x="0" y="0"/>
                  </a:moveTo>
                  <a:lnTo>
                    <a:pt x="18468339" y="0"/>
                  </a:lnTo>
                  <a:lnTo>
                    <a:pt x="18468339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3E9F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846834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577430" y="7491794"/>
            <a:ext cx="15335003" cy="10545"/>
            <a:chOff x="0" y="0"/>
            <a:chExt cx="18468340" cy="127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468339" cy="12700"/>
            </a:xfrm>
            <a:custGeom>
              <a:avLst/>
              <a:gdLst/>
              <a:ahLst/>
              <a:cxnLst/>
              <a:rect r="r" b="b" t="t" l="l"/>
              <a:pathLst>
                <a:path h="12700" w="18468339">
                  <a:moveTo>
                    <a:pt x="0" y="0"/>
                  </a:moveTo>
                  <a:lnTo>
                    <a:pt x="18468339" y="0"/>
                  </a:lnTo>
                  <a:lnTo>
                    <a:pt x="18468339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3E9F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846834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577430" y="8040151"/>
            <a:ext cx="15335003" cy="10545"/>
            <a:chOff x="0" y="0"/>
            <a:chExt cx="18468340" cy="127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468339" cy="12700"/>
            </a:xfrm>
            <a:custGeom>
              <a:avLst/>
              <a:gdLst/>
              <a:ahLst/>
              <a:cxnLst/>
              <a:rect r="r" b="b" t="t" l="l"/>
              <a:pathLst>
                <a:path h="12700" w="18468339">
                  <a:moveTo>
                    <a:pt x="0" y="0"/>
                  </a:moveTo>
                  <a:lnTo>
                    <a:pt x="18468339" y="0"/>
                  </a:lnTo>
                  <a:lnTo>
                    <a:pt x="18468339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3E9F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846834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577430" y="8588507"/>
            <a:ext cx="15335003" cy="10545"/>
            <a:chOff x="0" y="0"/>
            <a:chExt cx="18468340" cy="127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468339" cy="12700"/>
            </a:xfrm>
            <a:custGeom>
              <a:avLst/>
              <a:gdLst/>
              <a:ahLst/>
              <a:cxnLst/>
              <a:rect r="r" b="b" t="t" l="l"/>
              <a:pathLst>
                <a:path h="12700" w="18468339">
                  <a:moveTo>
                    <a:pt x="0" y="0"/>
                  </a:moveTo>
                  <a:lnTo>
                    <a:pt x="18468339" y="0"/>
                  </a:lnTo>
                  <a:lnTo>
                    <a:pt x="18468339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3E9F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846834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577430" y="9136864"/>
            <a:ext cx="15335003" cy="10545"/>
            <a:chOff x="0" y="0"/>
            <a:chExt cx="18468340" cy="127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468339" cy="12700"/>
            </a:xfrm>
            <a:custGeom>
              <a:avLst/>
              <a:gdLst/>
              <a:ahLst/>
              <a:cxnLst/>
              <a:rect r="r" b="b" t="t" l="l"/>
              <a:pathLst>
                <a:path h="12700" w="18468339">
                  <a:moveTo>
                    <a:pt x="0" y="0"/>
                  </a:moveTo>
                  <a:lnTo>
                    <a:pt x="18468339" y="0"/>
                  </a:lnTo>
                  <a:lnTo>
                    <a:pt x="18468339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3E9F0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846834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301387" y="5247012"/>
            <a:ext cx="21091" cy="3900397"/>
            <a:chOff x="0" y="0"/>
            <a:chExt cx="25400" cy="469734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400" cy="4697349"/>
            </a:xfrm>
            <a:custGeom>
              <a:avLst/>
              <a:gdLst/>
              <a:ahLst/>
              <a:cxnLst/>
              <a:rect r="r" b="b" t="t" l="l"/>
              <a:pathLst>
                <a:path h="4697349" w="25400">
                  <a:moveTo>
                    <a:pt x="0" y="0"/>
                  </a:moveTo>
                  <a:lnTo>
                    <a:pt x="25400" y="0"/>
                  </a:lnTo>
                  <a:lnTo>
                    <a:pt x="25400" y="4697349"/>
                  </a:lnTo>
                  <a:lnTo>
                    <a:pt x="0" y="4697349"/>
                  </a:lnTo>
                  <a:close/>
                </a:path>
              </a:pathLst>
            </a:custGeom>
            <a:solidFill>
              <a:srgbClr val="8A99AB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5400" cy="4735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137841" y="5247012"/>
            <a:ext cx="21091" cy="3900397"/>
            <a:chOff x="0" y="0"/>
            <a:chExt cx="25400" cy="469734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400" cy="4697349"/>
            </a:xfrm>
            <a:custGeom>
              <a:avLst/>
              <a:gdLst/>
              <a:ahLst/>
              <a:cxnLst/>
              <a:rect r="r" b="b" t="t" l="l"/>
              <a:pathLst>
                <a:path h="4697349" w="25400">
                  <a:moveTo>
                    <a:pt x="0" y="0"/>
                  </a:moveTo>
                  <a:lnTo>
                    <a:pt x="25400" y="0"/>
                  </a:lnTo>
                  <a:lnTo>
                    <a:pt x="25400" y="4697349"/>
                  </a:lnTo>
                  <a:lnTo>
                    <a:pt x="0" y="4697349"/>
                  </a:lnTo>
                  <a:close/>
                </a:path>
              </a:pathLst>
            </a:custGeom>
            <a:solidFill>
              <a:srgbClr val="8A99AB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5400" cy="4735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5531932" y="5247012"/>
            <a:ext cx="21091" cy="3900397"/>
            <a:chOff x="0" y="0"/>
            <a:chExt cx="25400" cy="469734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5400" cy="4697349"/>
            </a:xfrm>
            <a:custGeom>
              <a:avLst/>
              <a:gdLst/>
              <a:ahLst/>
              <a:cxnLst/>
              <a:rect r="r" b="b" t="t" l="l"/>
              <a:pathLst>
                <a:path h="4697349" w="25400">
                  <a:moveTo>
                    <a:pt x="0" y="0"/>
                  </a:moveTo>
                  <a:lnTo>
                    <a:pt x="25400" y="0"/>
                  </a:lnTo>
                  <a:lnTo>
                    <a:pt x="25400" y="4697349"/>
                  </a:lnTo>
                  <a:lnTo>
                    <a:pt x="0" y="4697349"/>
                  </a:lnTo>
                  <a:close/>
                </a:path>
              </a:pathLst>
            </a:custGeom>
            <a:solidFill>
              <a:srgbClr val="8A99AB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5400" cy="4735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7344251" y="5247012"/>
            <a:ext cx="21091" cy="3900397"/>
            <a:chOff x="0" y="0"/>
            <a:chExt cx="25400" cy="469734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5400" cy="4697349"/>
            </a:xfrm>
            <a:custGeom>
              <a:avLst/>
              <a:gdLst/>
              <a:ahLst/>
              <a:cxnLst/>
              <a:rect r="r" b="b" t="t" l="l"/>
              <a:pathLst>
                <a:path h="4697349" w="25400">
                  <a:moveTo>
                    <a:pt x="0" y="0"/>
                  </a:moveTo>
                  <a:lnTo>
                    <a:pt x="25400" y="0"/>
                  </a:lnTo>
                  <a:lnTo>
                    <a:pt x="25400" y="4697349"/>
                  </a:lnTo>
                  <a:lnTo>
                    <a:pt x="0" y="4697349"/>
                  </a:lnTo>
                  <a:close/>
                </a:path>
              </a:pathLst>
            </a:custGeom>
            <a:solidFill>
              <a:srgbClr val="8A99AB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5400" cy="4735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623069" y="5247012"/>
            <a:ext cx="21091" cy="3900397"/>
            <a:chOff x="0" y="0"/>
            <a:chExt cx="25400" cy="469734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5400" cy="4697349"/>
            </a:xfrm>
            <a:custGeom>
              <a:avLst/>
              <a:gdLst/>
              <a:ahLst/>
              <a:cxnLst/>
              <a:rect r="r" b="b" t="t" l="l"/>
              <a:pathLst>
                <a:path h="4697349" w="25400">
                  <a:moveTo>
                    <a:pt x="0" y="0"/>
                  </a:moveTo>
                  <a:lnTo>
                    <a:pt x="25400" y="0"/>
                  </a:lnTo>
                  <a:lnTo>
                    <a:pt x="25400" y="4697349"/>
                  </a:lnTo>
                  <a:lnTo>
                    <a:pt x="0" y="4697349"/>
                  </a:lnTo>
                  <a:close/>
                </a:path>
              </a:pathLst>
            </a:custGeom>
            <a:solidFill>
              <a:srgbClr val="8A99AB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5400" cy="4735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199704" y="5247012"/>
            <a:ext cx="42181" cy="3900397"/>
            <a:chOff x="0" y="0"/>
            <a:chExt cx="50800" cy="469734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0800" cy="4697349"/>
            </a:xfrm>
            <a:custGeom>
              <a:avLst/>
              <a:gdLst/>
              <a:ahLst/>
              <a:cxnLst/>
              <a:rect r="r" b="b" t="t" l="l"/>
              <a:pathLst>
                <a:path h="4697349" w="50800">
                  <a:moveTo>
                    <a:pt x="0" y="0"/>
                  </a:moveTo>
                  <a:lnTo>
                    <a:pt x="50800" y="0"/>
                  </a:lnTo>
                  <a:lnTo>
                    <a:pt x="50800" y="4697349"/>
                  </a:lnTo>
                  <a:lnTo>
                    <a:pt x="0" y="4697349"/>
                  </a:lnTo>
                  <a:close/>
                </a:path>
              </a:pathLst>
            </a:custGeom>
            <a:solidFill>
              <a:srgbClr val="10233D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50800" cy="4735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829749" y="5247012"/>
            <a:ext cx="42181" cy="3900397"/>
            <a:chOff x="0" y="0"/>
            <a:chExt cx="50800" cy="469734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0800" cy="4697349"/>
            </a:xfrm>
            <a:custGeom>
              <a:avLst/>
              <a:gdLst/>
              <a:ahLst/>
              <a:cxnLst/>
              <a:rect r="r" b="b" t="t" l="l"/>
              <a:pathLst>
                <a:path h="4697349" w="50800">
                  <a:moveTo>
                    <a:pt x="0" y="0"/>
                  </a:moveTo>
                  <a:lnTo>
                    <a:pt x="50800" y="0"/>
                  </a:lnTo>
                  <a:lnTo>
                    <a:pt x="50800" y="4697349"/>
                  </a:lnTo>
                  <a:lnTo>
                    <a:pt x="0" y="4697349"/>
                  </a:lnTo>
                  <a:close/>
                </a:path>
              </a:pathLst>
            </a:custGeom>
            <a:solidFill>
              <a:srgbClr val="E8833A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50800" cy="4735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679112" y="5372185"/>
            <a:ext cx="2348864" cy="400722"/>
            <a:chOff x="0" y="0"/>
            <a:chExt cx="2828798" cy="4826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828798" cy="482600"/>
            </a:xfrm>
            <a:custGeom>
              <a:avLst/>
              <a:gdLst/>
              <a:ahLst/>
              <a:cxnLst/>
              <a:rect r="r" b="b" t="t" l="l"/>
              <a:pathLst>
                <a:path h="482600" w="2828798">
                  <a:moveTo>
                    <a:pt x="76200" y="0"/>
                  </a:moveTo>
                  <a:lnTo>
                    <a:pt x="2752598" y="0"/>
                  </a:lnTo>
                  <a:cubicBezTo>
                    <a:pt x="2794682" y="0"/>
                    <a:pt x="2828798" y="34116"/>
                    <a:pt x="2828798" y="76200"/>
                  </a:cubicBezTo>
                  <a:lnTo>
                    <a:pt x="2828798" y="406400"/>
                  </a:lnTo>
                  <a:cubicBezTo>
                    <a:pt x="2828798" y="448484"/>
                    <a:pt x="2794682" y="482600"/>
                    <a:pt x="2752598" y="482600"/>
                  </a:cubicBezTo>
                  <a:lnTo>
                    <a:pt x="76200" y="482600"/>
                  </a:lnTo>
                  <a:cubicBezTo>
                    <a:pt x="34116" y="482600"/>
                    <a:pt x="0" y="448484"/>
                    <a:pt x="0" y="406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9FB2C8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2828798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467294" y="5372185"/>
            <a:ext cx="2906501" cy="400722"/>
            <a:chOff x="0" y="0"/>
            <a:chExt cx="3500374" cy="482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500374" cy="482600"/>
            </a:xfrm>
            <a:custGeom>
              <a:avLst/>
              <a:gdLst/>
              <a:ahLst/>
              <a:cxnLst/>
              <a:rect r="r" b="b" t="t" l="l"/>
              <a:pathLst>
                <a:path h="482600" w="3500374">
                  <a:moveTo>
                    <a:pt x="76200" y="0"/>
                  </a:moveTo>
                  <a:lnTo>
                    <a:pt x="3424174" y="0"/>
                  </a:lnTo>
                  <a:cubicBezTo>
                    <a:pt x="3466258" y="0"/>
                    <a:pt x="3500374" y="34116"/>
                    <a:pt x="3500374" y="76200"/>
                  </a:cubicBezTo>
                  <a:lnTo>
                    <a:pt x="3500374" y="406400"/>
                  </a:lnTo>
                  <a:cubicBezTo>
                    <a:pt x="3500374" y="448484"/>
                    <a:pt x="3466258" y="482600"/>
                    <a:pt x="3424174" y="482600"/>
                  </a:cubicBezTo>
                  <a:lnTo>
                    <a:pt x="76200" y="482600"/>
                  </a:lnTo>
                  <a:cubicBezTo>
                    <a:pt x="34116" y="482600"/>
                    <a:pt x="0" y="448484"/>
                    <a:pt x="0" y="406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9FB2C8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3500374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3424430" y="5920542"/>
            <a:ext cx="1094182" cy="400722"/>
            <a:chOff x="0" y="0"/>
            <a:chExt cx="1317752" cy="4826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17752" cy="482600"/>
            </a:xfrm>
            <a:custGeom>
              <a:avLst/>
              <a:gdLst/>
              <a:ahLst/>
              <a:cxnLst/>
              <a:rect r="r" b="b" t="t" l="l"/>
              <a:pathLst>
                <a:path h="482600" w="1317752">
                  <a:moveTo>
                    <a:pt x="76200" y="0"/>
                  </a:moveTo>
                  <a:lnTo>
                    <a:pt x="1241552" y="0"/>
                  </a:lnTo>
                  <a:cubicBezTo>
                    <a:pt x="1283636" y="0"/>
                    <a:pt x="1317752" y="34116"/>
                    <a:pt x="1317752" y="76200"/>
                  </a:cubicBezTo>
                  <a:lnTo>
                    <a:pt x="1317752" y="406400"/>
                  </a:lnTo>
                  <a:cubicBezTo>
                    <a:pt x="1317752" y="448484"/>
                    <a:pt x="1283636" y="482600"/>
                    <a:pt x="1241552" y="482600"/>
                  </a:cubicBezTo>
                  <a:lnTo>
                    <a:pt x="76200" y="482600"/>
                  </a:lnTo>
                  <a:cubicBezTo>
                    <a:pt x="34116" y="482600"/>
                    <a:pt x="0" y="448484"/>
                    <a:pt x="0" y="406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5D3E0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317752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4539703" y="5920542"/>
            <a:ext cx="2488273" cy="400722"/>
            <a:chOff x="0" y="0"/>
            <a:chExt cx="2996692" cy="4826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996692" cy="482600"/>
            </a:xfrm>
            <a:custGeom>
              <a:avLst/>
              <a:gdLst/>
              <a:ahLst/>
              <a:cxnLst/>
              <a:rect r="r" b="b" t="t" l="l"/>
              <a:pathLst>
                <a:path h="482600" w="2996692">
                  <a:moveTo>
                    <a:pt x="76200" y="0"/>
                  </a:moveTo>
                  <a:lnTo>
                    <a:pt x="2920492" y="0"/>
                  </a:lnTo>
                  <a:cubicBezTo>
                    <a:pt x="2962576" y="0"/>
                    <a:pt x="2996692" y="34116"/>
                    <a:pt x="2996692" y="76200"/>
                  </a:cubicBezTo>
                  <a:lnTo>
                    <a:pt x="2996692" y="406400"/>
                  </a:lnTo>
                  <a:cubicBezTo>
                    <a:pt x="2996692" y="448484"/>
                    <a:pt x="2962576" y="482600"/>
                    <a:pt x="2920492" y="482600"/>
                  </a:cubicBezTo>
                  <a:lnTo>
                    <a:pt x="76200" y="482600"/>
                  </a:lnTo>
                  <a:cubicBezTo>
                    <a:pt x="34116" y="482600"/>
                    <a:pt x="0" y="448484"/>
                    <a:pt x="0" y="406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5D3E0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2996692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7885522" y="6468898"/>
            <a:ext cx="1094182" cy="400722"/>
            <a:chOff x="0" y="0"/>
            <a:chExt cx="1317752" cy="4826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317752" cy="482600"/>
            </a:xfrm>
            <a:custGeom>
              <a:avLst/>
              <a:gdLst/>
              <a:ahLst/>
              <a:cxnLst/>
              <a:rect r="r" b="b" t="t" l="l"/>
              <a:pathLst>
                <a:path h="482600" w="1317752">
                  <a:moveTo>
                    <a:pt x="76200" y="0"/>
                  </a:moveTo>
                  <a:lnTo>
                    <a:pt x="1241552" y="0"/>
                  </a:lnTo>
                  <a:cubicBezTo>
                    <a:pt x="1283636" y="0"/>
                    <a:pt x="1317752" y="34116"/>
                    <a:pt x="1317752" y="76200"/>
                  </a:cubicBezTo>
                  <a:lnTo>
                    <a:pt x="1317752" y="406400"/>
                  </a:lnTo>
                  <a:cubicBezTo>
                    <a:pt x="1317752" y="448484"/>
                    <a:pt x="1283636" y="482600"/>
                    <a:pt x="1241552" y="482600"/>
                  </a:cubicBezTo>
                  <a:lnTo>
                    <a:pt x="76200" y="482600"/>
                  </a:lnTo>
                  <a:cubicBezTo>
                    <a:pt x="34116" y="482600"/>
                    <a:pt x="0" y="448484"/>
                    <a:pt x="0" y="406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5B8FD4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317752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000795" y="6468898"/>
            <a:ext cx="1094182" cy="400722"/>
            <a:chOff x="0" y="0"/>
            <a:chExt cx="1317752" cy="4826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317752" cy="482600"/>
            </a:xfrm>
            <a:custGeom>
              <a:avLst/>
              <a:gdLst/>
              <a:ahLst/>
              <a:cxnLst/>
              <a:rect r="r" b="b" t="t" l="l"/>
              <a:pathLst>
                <a:path h="482600" w="1317752">
                  <a:moveTo>
                    <a:pt x="76200" y="0"/>
                  </a:moveTo>
                  <a:lnTo>
                    <a:pt x="1241552" y="0"/>
                  </a:lnTo>
                  <a:cubicBezTo>
                    <a:pt x="1283636" y="0"/>
                    <a:pt x="1317752" y="34116"/>
                    <a:pt x="1317752" y="76200"/>
                  </a:cubicBezTo>
                  <a:lnTo>
                    <a:pt x="1317752" y="406400"/>
                  </a:lnTo>
                  <a:cubicBezTo>
                    <a:pt x="1317752" y="448484"/>
                    <a:pt x="1283636" y="482600"/>
                    <a:pt x="1241552" y="482600"/>
                  </a:cubicBezTo>
                  <a:lnTo>
                    <a:pt x="76200" y="482600"/>
                  </a:lnTo>
                  <a:cubicBezTo>
                    <a:pt x="34116" y="482600"/>
                    <a:pt x="0" y="448484"/>
                    <a:pt x="0" y="406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5B8FD4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1317752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0116068" y="6468898"/>
            <a:ext cx="1094182" cy="400722"/>
            <a:chOff x="0" y="0"/>
            <a:chExt cx="1317752" cy="4826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317752" cy="482600"/>
            </a:xfrm>
            <a:custGeom>
              <a:avLst/>
              <a:gdLst/>
              <a:ahLst/>
              <a:cxnLst/>
              <a:rect r="r" b="b" t="t" l="l"/>
              <a:pathLst>
                <a:path h="482600" w="1317752">
                  <a:moveTo>
                    <a:pt x="76200" y="0"/>
                  </a:moveTo>
                  <a:lnTo>
                    <a:pt x="1241552" y="0"/>
                  </a:lnTo>
                  <a:cubicBezTo>
                    <a:pt x="1283636" y="0"/>
                    <a:pt x="1317752" y="34116"/>
                    <a:pt x="1317752" y="76200"/>
                  </a:cubicBezTo>
                  <a:lnTo>
                    <a:pt x="1317752" y="406400"/>
                  </a:lnTo>
                  <a:cubicBezTo>
                    <a:pt x="1317752" y="448484"/>
                    <a:pt x="1283636" y="482600"/>
                    <a:pt x="1241552" y="482600"/>
                  </a:cubicBezTo>
                  <a:lnTo>
                    <a:pt x="76200" y="482600"/>
                  </a:lnTo>
                  <a:cubicBezTo>
                    <a:pt x="34116" y="482600"/>
                    <a:pt x="0" y="448484"/>
                    <a:pt x="0" y="406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5B8FD4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1317752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7027976" y="7027800"/>
            <a:ext cx="1388260" cy="400722"/>
            <a:chOff x="0" y="0"/>
            <a:chExt cx="1671917" cy="4826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671917" cy="482600"/>
            </a:xfrm>
            <a:custGeom>
              <a:avLst/>
              <a:gdLst/>
              <a:ahLst/>
              <a:cxnLst/>
              <a:rect r="r" b="b" t="t" l="l"/>
              <a:pathLst>
                <a:path h="482600" w="1671917">
                  <a:moveTo>
                    <a:pt x="59057" y="0"/>
                  </a:moveTo>
                  <a:lnTo>
                    <a:pt x="1612859" y="0"/>
                  </a:lnTo>
                  <a:cubicBezTo>
                    <a:pt x="1645476" y="0"/>
                    <a:pt x="1671917" y="34116"/>
                    <a:pt x="1671917" y="76200"/>
                  </a:cubicBezTo>
                  <a:lnTo>
                    <a:pt x="1671917" y="406400"/>
                  </a:lnTo>
                  <a:cubicBezTo>
                    <a:pt x="1671917" y="448484"/>
                    <a:pt x="1645476" y="482600"/>
                    <a:pt x="1612859" y="482600"/>
                  </a:cubicBezTo>
                  <a:lnTo>
                    <a:pt x="59057" y="482600"/>
                  </a:lnTo>
                  <a:cubicBezTo>
                    <a:pt x="26441" y="482600"/>
                    <a:pt x="0" y="448484"/>
                    <a:pt x="0" y="406400"/>
                  </a:cubicBezTo>
                  <a:lnTo>
                    <a:pt x="0" y="76200"/>
                  </a:lnTo>
                  <a:cubicBezTo>
                    <a:pt x="0" y="34116"/>
                    <a:pt x="26441" y="0"/>
                    <a:pt x="59057" y="0"/>
                  </a:cubicBez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671917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8472601" y="7010864"/>
            <a:ext cx="1884217" cy="400722"/>
            <a:chOff x="0" y="0"/>
            <a:chExt cx="2269211" cy="4826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269211" cy="482600"/>
            </a:xfrm>
            <a:custGeom>
              <a:avLst/>
              <a:gdLst/>
              <a:ahLst/>
              <a:cxnLst/>
              <a:rect r="r" b="b" t="t" l="l"/>
              <a:pathLst>
                <a:path h="482600" w="2269211">
                  <a:moveTo>
                    <a:pt x="156623" y="0"/>
                  </a:moveTo>
                  <a:lnTo>
                    <a:pt x="2112587" y="0"/>
                  </a:lnTo>
                  <a:cubicBezTo>
                    <a:pt x="2199088" y="0"/>
                    <a:pt x="2269211" y="34116"/>
                    <a:pt x="2269211" y="76200"/>
                  </a:cubicBezTo>
                  <a:lnTo>
                    <a:pt x="2269211" y="406400"/>
                  </a:lnTo>
                  <a:cubicBezTo>
                    <a:pt x="2269211" y="448484"/>
                    <a:pt x="2199088" y="482600"/>
                    <a:pt x="2112587" y="482600"/>
                  </a:cubicBezTo>
                  <a:lnTo>
                    <a:pt x="156623" y="482600"/>
                  </a:lnTo>
                  <a:cubicBezTo>
                    <a:pt x="70123" y="482600"/>
                    <a:pt x="0" y="448484"/>
                    <a:pt x="0" y="406400"/>
                  </a:cubicBezTo>
                  <a:lnTo>
                    <a:pt x="0" y="76200"/>
                  </a:lnTo>
                  <a:cubicBezTo>
                    <a:pt x="0" y="34116"/>
                    <a:pt x="70123" y="0"/>
                    <a:pt x="156623" y="0"/>
                  </a:cubicBez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2269211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0356817" y="7017255"/>
            <a:ext cx="853433" cy="400722"/>
            <a:chOff x="0" y="0"/>
            <a:chExt cx="1027811" cy="4826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27811" cy="482600"/>
            </a:xfrm>
            <a:custGeom>
              <a:avLst/>
              <a:gdLst/>
              <a:ahLst/>
              <a:cxnLst/>
              <a:rect r="r" b="b" t="t" l="l"/>
              <a:pathLst>
                <a:path h="482600" w="1027811">
                  <a:moveTo>
                    <a:pt x="76200" y="0"/>
                  </a:moveTo>
                  <a:lnTo>
                    <a:pt x="951611" y="0"/>
                  </a:lnTo>
                  <a:cubicBezTo>
                    <a:pt x="993695" y="0"/>
                    <a:pt x="1027811" y="34116"/>
                    <a:pt x="1027811" y="76200"/>
                  </a:cubicBezTo>
                  <a:lnTo>
                    <a:pt x="1027811" y="406400"/>
                  </a:lnTo>
                  <a:cubicBezTo>
                    <a:pt x="1027811" y="448484"/>
                    <a:pt x="993695" y="482600"/>
                    <a:pt x="951611" y="482600"/>
                  </a:cubicBezTo>
                  <a:lnTo>
                    <a:pt x="76200" y="482600"/>
                  </a:lnTo>
                  <a:cubicBezTo>
                    <a:pt x="34116" y="482600"/>
                    <a:pt x="0" y="448484"/>
                    <a:pt x="0" y="406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1027811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6770249" y="7565611"/>
            <a:ext cx="1791228" cy="400722"/>
            <a:chOff x="0" y="0"/>
            <a:chExt cx="2157222" cy="4826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157222" cy="482600"/>
            </a:xfrm>
            <a:custGeom>
              <a:avLst/>
              <a:gdLst/>
              <a:ahLst/>
              <a:cxnLst/>
              <a:rect r="r" b="b" t="t" l="l"/>
              <a:pathLst>
                <a:path h="482600" w="2157222">
                  <a:moveTo>
                    <a:pt x="76200" y="0"/>
                  </a:moveTo>
                  <a:lnTo>
                    <a:pt x="2081022" y="0"/>
                  </a:lnTo>
                  <a:cubicBezTo>
                    <a:pt x="2123106" y="0"/>
                    <a:pt x="2157222" y="34116"/>
                    <a:pt x="2157222" y="76200"/>
                  </a:cubicBezTo>
                  <a:lnTo>
                    <a:pt x="2157222" y="406400"/>
                  </a:lnTo>
                  <a:cubicBezTo>
                    <a:pt x="2157222" y="448484"/>
                    <a:pt x="2123106" y="482600"/>
                    <a:pt x="2081022" y="482600"/>
                  </a:cubicBezTo>
                  <a:lnTo>
                    <a:pt x="76200" y="482600"/>
                  </a:lnTo>
                  <a:cubicBezTo>
                    <a:pt x="34116" y="482600"/>
                    <a:pt x="0" y="448484"/>
                    <a:pt x="0" y="406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833A"/>
            </a:solid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2157222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8582567" y="7565611"/>
            <a:ext cx="2627683" cy="400722"/>
            <a:chOff x="0" y="0"/>
            <a:chExt cx="3164586" cy="4826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164586" cy="482600"/>
            </a:xfrm>
            <a:custGeom>
              <a:avLst/>
              <a:gdLst/>
              <a:ahLst/>
              <a:cxnLst/>
              <a:rect r="r" b="b" t="t" l="l"/>
              <a:pathLst>
                <a:path h="482600" w="3164586">
                  <a:moveTo>
                    <a:pt x="76200" y="0"/>
                  </a:moveTo>
                  <a:lnTo>
                    <a:pt x="3088386" y="0"/>
                  </a:lnTo>
                  <a:cubicBezTo>
                    <a:pt x="3130470" y="0"/>
                    <a:pt x="3164586" y="34116"/>
                    <a:pt x="3164586" y="76200"/>
                  </a:cubicBezTo>
                  <a:lnTo>
                    <a:pt x="3164586" y="406400"/>
                  </a:lnTo>
                  <a:cubicBezTo>
                    <a:pt x="3164586" y="448484"/>
                    <a:pt x="3130470" y="482600"/>
                    <a:pt x="3088386" y="482600"/>
                  </a:cubicBezTo>
                  <a:lnTo>
                    <a:pt x="76200" y="482600"/>
                  </a:lnTo>
                  <a:cubicBezTo>
                    <a:pt x="34116" y="482600"/>
                    <a:pt x="0" y="448484"/>
                    <a:pt x="0" y="406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833A"/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3164586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370750" y="7565611"/>
            <a:ext cx="6391729" cy="400722"/>
            <a:chOff x="0" y="0"/>
            <a:chExt cx="7697724" cy="4826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697724" cy="482600"/>
            </a:xfrm>
            <a:custGeom>
              <a:avLst/>
              <a:gdLst/>
              <a:ahLst/>
              <a:cxnLst/>
              <a:rect r="r" b="b" t="t" l="l"/>
              <a:pathLst>
                <a:path h="482600" w="7697724">
                  <a:moveTo>
                    <a:pt x="76200" y="0"/>
                  </a:moveTo>
                  <a:lnTo>
                    <a:pt x="7621524" y="0"/>
                  </a:lnTo>
                  <a:cubicBezTo>
                    <a:pt x="7663608" y="0"/>
                    <a:pt x="7697724" y="34116"/>
                    <a:pt x="7697724" y="76200"/>
                  </a:cubicBezTo>
                  <a:lnTo>
                    <a:pt x="7697724" y="406400"/>
                  </a:lnTo>
                  <a:cubicBezTo>
                    <a:pt x="7697724" y="448484"/>
                    <a:pt x="7663608" y="482600"/>
                    <a:pt x="7621524" y="482600"/>
                  </a:cubicBezTo>
                  <a:lnTo>
                    <a:pt x="76200" y="482600"/>
                  </a:lnTo>
                  <a:cubicBezTo>
                    <a:pt x="34116" y="482600"/>
                    <a:pt x="0" y="448484"/>
                    <a:pt x="0" y="406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8D6BB"/>
            </a:solid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7697724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1788977" y="8113968"/>
            <a:ext cx="954773" cy="400722"/>
            <a:chOff x="0" y="0"/>
            <a:chExt cx="1149858" cy="4826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149858" cy="482600"/>
            </a:xfrm>
            <a:custGeom>
              <a:avLst/>
              <a:gdLst/>
              <a:ahLst/>
              <a:cxnLst/>
              <a:rect r="r" b="b" t="t" l="l"/>
              <a:pathLst>
                <a:path h="482600" w="1149858">
                  <a:moveTo>
                    <a:pt x="76200" y="0"/>
                  </a:moveTo>
                  <a:lnTo>
                    <a:pt x="1073658" y="0"/>
                  </a:lnTo>
                  <a:cubicBezTo>
                    <a:pt x="1115742" y="0"/>
                    <a:pt x="1149858" y="34116"/>
                    <a:pt x="1149858" y="76200"/>
                  </a:cubicBezTo>
                  <a:lnTo>
                    <a:pt x="1149858" y="406400"/>
                  </a:lnTo>
                  <a:cubicBezTo>
                    <a:pt x="1149858" y="448484"/>
                    <a:pt x="1115742" y="482600"/>
                    <a:pt x="1073658" y="482600"/>
                  </a:cubicBezTo>
                  <a:lnTo>
                    <a:pt x="76200" y="482600"/>
                  </a:lnTo>
                  <a:cubicBezTo>
                    <a:pt x="34116" y="482600"/>
                    <a:pt x="0" y="448484"/>
                    <a:pt x="0" y="406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45E1A"/>
            </a:solid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1149858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4298341" y="8113968"/>
            <a:ext cx="1233591" cy="400722"/>
            <a:chOff x="0" y="0"/>
            <a:chExt cx="1485646" cy="4826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485646" cy="482600"/>
            </a:xfrm>
            <a:custGeom>
              <a:avLst/>
              <a:gdLst/>
              <a:ahLst/>
              <a:cxnLst/>
              <a:rect r="r" b="b" t="t" l="l"/>
              <a:pathLst>
                <a:path h="482600" w="1485646">
                  <a:moveTo>
                    <a:pt x="76200" y="0"/>
                  </a:moveTo>
                  <a:lnTo>
                    <a:pt x="1409446" y="0"/>
                  </a:lnTo>
                  <a:cubicBezTo>
                    <a:pt x="1451530" y="0"/>
                    <a:pt x="1485646" y="34116"/>
                    <a:pt x="1485646" y="76200"/>
                  </a:cubicBezTo>
                  <a:lnTo>
                    <a:pt x="1485646" y="406400"/>
                  </a:lnTo>
                  <a:cubicBezTo>
                    <a:pt x="1485646" y="448484"/>
                    <a:pt x="1451530" y="482600"/>
                    <a:pt x="1409446" y="482600"/>
                  </a:cubicBezTo>
                  <a:lnTo>
                    <a:pt x="76200" y="482600"/>
                  </a:lnTo>
                  <a:cubicBezTo>
                    <a:pt x="34116" y="482600"/>
                    <a:pt x="0" y="448484"/>
                    <a:pt x="0" y="406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45E1A"/>
            </a:solid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1485646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5692432" y="8113968"/>
            <a:ext cx="1094182" cy="400722"/>
            <a:chOff x="0" y="0"/>
            <a:chExt cx="1317752" cy="4826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317752" cy="482600"/>
            </a:xfrm>
            <a:custGeom>
              <a:avLst/>
              <a:gdLst/>
              <a:ahLst/>
              <a:cxnLst/>
              <a:rect r="r" b="b" t="t" l="l"/>
              <a:pathLst>
                <a:path h="482600" w="1317752">
                  <a:moveTo>
                    <a:pt x="76200" y="0"/>
                  </a:moveTo>
                  <a:lnTo>
                    <a:pt x="1241552" y="0"/>
                  </a:lnTo>
                  <a:cubicBezTo>
                    <a:pt x="1283636" y="0"/>
                    <a:pt x="1317752" y="34116"/>
                    <a:pt x="1317752" y="76200"/>
                  </a:cubicBezTo>
                  <a:lnTo>
                    <a:pt x="1317752" y="406400"/>
                  </a:lnTo>
                  <a:cubicBezTo>
                    <a:pt x="1317752" y="448484"/>
                    <a:pt x="1283636" y="482600"/>
                    <a:pt x="1241552" y="482600"/>
                  </a:cubicBezTo>
                  <a:lnTo>
                    <a:pt x="76200" y="482600"/>
                  </a:lnTo>
                  <a:cubicBezTo>
                    <a:pt x="34116" y="482600"/>
                    <a:pt x="0" y="448484"/>
                    <a:pt x="0" y="406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45E1A"/>
            </a:solid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1317752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3982066" y="8662325"/>
            <a:ext cx="13780412" cy="400722"/>
            <a:chOff x="0" y="0"/>
            <a:chExt cx="16596106" cy="4826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6596106" cy="482600"/>
            </a:xfrm>
            <a:custGeom>
              <a:avLst/>
              <a:gdLst/>
              <a:ahLst/>
              <a:cxnLst/>
              <a:rect r="r" b="b" t="t" l="l"/>
              <a:pathLst>
                <a:path h="482600" w="16596106">
                  <a:moveTo>
                    <a:pt x="76200" y="0"/>
                  </a:moveTo>
                  <a:lnTo>
                    <a:pt x="16519906" y="0"/>
                  </a:lnTo>
                  <a:cubicBezTo>
                    <a:pt x="16561991" y="0"/>
                    <a:pt x="16596106" y="34116"/>
                    <a:pt x="16596106" y="76200"/>
                  </a:cubicBezTo>
                  <a:lnTo>
                    <a:pt x="16596106" y="406400"/>
                  </a:lnTo>
                  <a:cubicBezTo>
                    <a:pt x="16596106" y="448484"/>
                    <a:pt x="16561991" y="482600"/>
                    <a:pt x="16519906" y="482600"/>
                  </a:cubicBezTo>
                  <a:lnTo>
                    <a:pt x="76200" y="482600"/>
                  </a:lnTo>
                  <a:cubicBezTo>
                    <a:pt x="34116" y="482600"/>
                    <a:pt x="0" y="448484"/>
                    <a:pt x="0" y="406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3D5272"/>
            </a:solid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16596106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0" id="120"/>
          <p:cNvSpPr txBox="true"/>
          <p:nvPr/>
        </p:nvSpPr>
        <p:spPr>
          <a:xfrm rot="0">
            <a:off x="4805656" y="5385770"/>
            <a:ext cx="1072870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1992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SIMULIA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7593838" y="5385770"/>
            <a:ext cx="1482029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1992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DELMIA 강의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3550974" y="5934127"/>
            <a:ext cx="460535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1992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주제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4666247" y="5934127"/>
            <a:ext cx="982001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1992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주제 확정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8012065" y="6482483"/>
            <a:ext cx="460535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1992">
                <a:solidFill>
                  <a:srgbClr val="F6F8FB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부품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7122584" y="7051952"/>
            <a:ext cx="1212269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1992">
                <a:solidFill>
                  <a:srgbClr val="F6F8FB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공정 세분화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6896793" y="7579197"/>
            <a:ext cx="982001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1992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해석 기획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8709111" y="7579197"/>
            <a:ext cx="962755" cy="32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1992">
                <a:solidFill>
                  <a:srgbClr val="10233D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체결 해석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1497293" y="7579197"/>
            <a:ext cx="2003611" cy="32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1992">
                <a:solidFill>
                  <a:srgbClr val="10233D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변경 시 재작업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1915521" y="8127553"/>
            <a:ext cx="460535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1992">
                <a:solidFill>
                  <a:srgbClr val="F6F8FB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로봇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4424885" y="8127553"/>
            <a:ext cx="460535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1992">
                <a:solidFill>
                  <a:srgbClr val="F6F8FB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물류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5818976" y="8127553"/>
            <a:ext cx="460535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1992">
                <a:solidFill>
                  <a:srgbClr val="F6F8FB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통합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4108610" y="8675910"/>
            <a:ext cx="5483566" cy="32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1992">
                <a:solidFill>
                  <a:srgbClr val="F6F8FB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회의록 · 주간 일정표 상시 업데이트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9127338" y="6482483"/>
            <a:ext cx="460535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1992">
                <a:solidFill>
                  <a:srgbClr val="F6F8FB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지그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0242611" y="6482483"/>
            <a:ext cx="460535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1992">
                <a:solidFill>
                  <a:srgbClr val="F6F8FB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조립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8538003" y="7038243"/>
            <a:ext cx="690803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1992">
                <a:solidFill>
                  <a:srgbClr val="F6F8FB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개념안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0483361" y="7030840"/>
            <a:ext cx="460535" cy="35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1992">
                <a:solidFill>
                  <a:srgbClr val="F6F8FB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상세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069048" y="1200150"/>
            <a:ext cx="5635485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b="true" sz="2499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07 · 일정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802888" y="1475105"/>
            <a:ext cx="761823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주요일정</a:t>
            </a:r>
            <a:r>
              <a:rPr lang="en-US" b="true" sz="5199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간트차트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7225" y="2888501"/>
            <a:ext cx="163290" cy="163290"/>
            <a:chOff x="0" y="0"/>
            <a:chExt cx="85725" cy="85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25" cy="85852"/>
            </a:xfrm>
            <a:custGeom>
              <a:avLst/>
              <a:gdLst/>
              <a:ahLst/>
              <a:cxnLst/>
              <a:rect r="r" b="b" t="t" l="l"/>
              <a:pathLst>
                <a:path h="85852" w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279"/>
                  </a:cubicBezTo>
                  <a:cubicBezTo>
                    <a:pt x="69215" y="77343"/>
                    <a:pt x="64516" y="80391"/>
                    <a:pt x="59309" y="82550"/>
                  </a:cubicBezTo>
                  <a:cubicBezTo>
                    <a:pt x="54102" y="84709"/>
                    <a:pt x="48641" y="85852"/>
                    <a:pt x="42926" y="85852"/>
                  </a:cubicBezTo>
                  <a:cubicBezTo>
                    <a:pt x="37211" y="85852"/>
                    <a:pt x="31750" y="84709"/>
                    <a:pt x="26543" y="82550"/>
                  </a:cubicBezTo>
                  <a:cubicBezTo>
                    <a:pt x="21336" y="80391"/>
                    <a:pt x="16510" y="77089"/>
                    <a:pt x="12573" y="73152"/>
                  </a:cubicBezTo>
                  <a:cubicBezTo>
                    <a:pt x="8636" y="69215"/>
                    <a:pt x="5461" y="64516"/>
                    <a:pt x="3302" y="59182"/>
                  </a:cubicBezTo>
                  <a:cubicBezTo>
                    <a:pt x="1143" y="53848"/>
                    <a:pt x="0" y="48514"/>
                    <a:pt x="0" y="42926"/>
                  </a:cubicBezTo>
                  <a:cubicBezTo>
                    <a:pt x="0" y="37338"/>
                    <a:pt x="1143" y="31623"/>
                    <a:pt x="3302" y="26416"/>
                  </a:cubicBezTo>
                  <a:cubicBezTo>
                    <a:pt x="5461" y="21209"/>
                    <a:pt x="8509" y="16510"/>
                    <a:pt x="12573" y="12573"/>
                  </a:cubicBezTo>
                  <a:cubicBezTo>
                    <a:pt x="16637" y="8636"/>
                    <a:pt x="21209" y="5334"/>
                    <a:pt x="26416" y="3175"/>
                  </a:cubicBezTo>
                  <a:cubicBezTo>
                    <a:pt x="31623" y="1016"/>
                    <a:pt x="37211" y="0"/>
                    <a:pt x="42926" y="0"/>
                  </a:cubicBezTo>
                  <a:cubicBezTo>
                    <a:pt x="48641" y="0"/>
                    <a:pt x="54102" y="1016"/>
                    <a:pt x="59309" y="3175"/>
                  </a:cubicBezTo>
                  <a:cubicBezTo>
                    <a:pt x="64516" y="5334"/>
                    <a:pt x="69215" y="8382"/>
                    <a:pt x="73152" y="12446"/>
                  </a:cubicBezTo>
                  <a:cubicBezTo>
                    <a:pt x="77089" y="16510"/>
                    <a:pt x="80264" y="21082"/>
                    <a:pt x="82423" y="26289"/>
                  </a:cubicBezTo>
                  <a:cubicBezTo>
                    <a:pt x="84582" y="31496"/>
                    <a:pt x="85725" y="37084"/>
                    <a:pt x="85725" y="42672"/>
                  </a:cubicBezTo>
                  <a:close/>
                </a:path>
              </a:pathLst>
            </a:custGeom>
            <a:solidFill>
              <a:srgbClr val="4A556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27225" y="3686807"/>
            <a:ext cx="163290" cy="163290"/>
            <a:chOff x="0" y="0"/>
            <a:chExt cx="85725" cy="85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725" cy="85852"/>
            </a:xfrm>
            <a:custGeom>
              <a:avLst/>
              <a:gdLst/>
              <a:ahLst/>
              <a:cxnLst/>
              <a:rect r="r" b="b" t="t" l="l"/>
              <a:pathLst>
                <a:path h="85852" w="85725">
                  <a:moveTo>
                    <a:pt x="85725" y="42926"/>
                  </a:moveTo>
                  <a:cubicBezTo>
                    <a:pt x="85725" y="48641"/>
                    <a:pt x="84582" y="53975"/>
                    <a:pt x="82423" y="59309"/>
                  </a:cubicBezTo>
                  <a:cubicBezTo>
                    <a:pt x="80264" y="64643"/>
                    <a:pt x="77089" y="69215"/>
                    <a:pt x="73152" y="73279"/>
                  </a:cubicBezTo>
                  <a:cubicBezTo>
                    <a:pt x="69215" y="77343"/>
                    <a:pt x="64516" y="80391"/>
                    <a:pt x="59309" y="82550"/>
                  </a:cubicBezTo>
                  <a:cubicBezTo>
                    <a:pt x="54102" y="84709"/>
                    <a:pt x="48641" y="85852"/>
                    <a:pt x="42926" y="85852"/>
                  </a:cubicBezTo>
                  <a:cubicBezTo>
                    <a:pt x="37211" y="85852"/>
                    <a:pt x="31750" y="84709"/>
                    <a:pt x="26543" y="82550"/>
                  </a:cubicBezTo>
                  <a:cubicBezTo>
                    <a:pt x="21336" y="80391"/>
                    <a:pt x="16510" y="77089"/>
                    <a:pt x="12573" y="73152"/>
                  </a:cubicBezTo>
                  <a:cubicBezTo>
                    <a:pt x="8636" y="69215"/>
                    <a:pt x="5461" y="64389"/>
                    <a:pt x="3302" y="59182"/>
                  </a:cubicBezTo>
                  <a:cubicBezTo>
                    <a:pt x="1143" y="53975"/>
                    <a:pt x="0" y="48514"/>
                    <a:pt x="0" y="42926"/>
                  </a:cubicBezTo>
                  <a:cubicBezTo>
                    <a:pt x="0" y="37338"/>
                    <a:pt x="1143" y="31623"/>
                    <a:pt x="3302" y="26416"/>
                  </a:cubicBezTo>
                  <a:cubicBezTo>
                    <a:pt x="5461" y="21209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175"/>
                  </a:cubicBezTo>
                  <a:cubicBezTo>
                    <a:pt x="31623" y="889"/>
                    <a:pt x="37211" y="0"/>
                    <a:pt x="42926" y="0"/>
                  </a:cubicBezTo>
                  <a:cubicBezTo>
                    <a:pt x="48641" y="0"/>
                    <a:pt x="54102" y="1016"/>
                    <a:pt x="59309" y="3175"/>
                  </a:cubicBezTo>
                  <a:cubicBezTo>
                    <a:pt x="64516" y="5334"/>
                    <a:pt x="69215" y="8509"/>
                    <a:pt x="73152" y="12446"/>
                  </a:cubicBezTo>
                  <a:cubicBezTo>
                    <a:pt x="77089" y="16383"/>
                    <a:pt x="80264" y="21082"/>
                    <a:pt x="82423" y="26289"/>
                  </a:cubicBezTo>
                  <a:cubicBezTo>
                    <a:pt x="84582" y="31496"/>
                    <a:pt x="85725" y="36957"/>
                    <a:pt x="85725" y="42672"/>
                  </a:cubicBezTo>
                  <a:close/>
                </a:path>
              </a:pathLst>
            </a:custGeom>
            <a:solidFill>
              <a:srgbClr val="4A556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27225" y="4503256"/>
            <a:ext cx="163290" cy="163290"/>
            <a:chOff x="0" y="0"/>
            <a:chExt cx="85725" cy="85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725" cy="85852"/>
            </a:xfrm>
            <a:custGeom>
              <a:avLst/>
              <a:gdLst/>
              <a:ahLst/>
              <a:cxnLst/>
              <a:rect r="r" b="b" t="t" l="l"/>
              <a:pathLst>
                <a:path h="85852" w="85725">
                  <a:moveTo>
                    <a:pt x="85725" y="42926"/>
                  </a:moveTo>
                  <a:cubicBezTo>
                    <a:pt x="85725" y="48641"/>
                    <a:pt x="84582" y="53975"/>
                    <a:pt x="82423" y="59309"/>
                  </a:cubicBezTo>
                  <a:cubicBezTo>
                    <a:pt x="80264" y="64643"/>
                    <a:pt x="77089" y="69215"/>
                    <a:pt x="73152" y="73279"/>
                  </a:cubicBezTo>
                  <a:cubicBezTo>
                    <a:pt x="69215" y="77343"/>
                    <a:pt x="64516" y="80391"/>
                    <a:pt x="59309" y="82550"/>
                  </a:cubicBezTo>
                  <a:cubicBezTo>
                    <a:pt x="54102" y="84709"/>
                    <a:pt x="48641" y="85852"/>
                    <a:pt x="42926" y="85852"/>
                  </a:cubicBezTo>
                  <a:cubicBezTo>
                    <a:pt x="37211" y="85852"/>
                    <a:pt x="31750" y="84709"/>
                    <a:pt x="26543" y="82550"/>
                  </a:cubicBezTo>
                  <a:cubicBezTo>
                    <a:pt x="21336" y="80391"/>
                    <a:pt x="16510" y="77216"/>
                    <a:pt x="12573" y="73152"/>
                  </a:cubicBezTo>
                  <a:cubicBezTo>
                    <a:pt x="8636" y="69088"/>
                    <a:pt x="5461" y="64389"/>
                    <a:pt x="3302" y="59182"/>
                  </a:cubicBezTo>
                  <a:cubicBezTo>
                    <a:pt x="1143" y="53975"/>
                    <a:pt x="0" y="48514"/>
                    <a:pt x="0" y="42926"/>
                  </a:cubicBezTo>
                  <a:cubicBezTo>
                    <a:pt x="0" y="37338"/>
                    <a:pt x="1143" y="31623"/>
                    <a:pt x="3302" y="26416"/>
                  </a:cubicBezTo>
                  <a:cubicBezTo>
                    <a:pt x="5461" y="21209"/>
                    <a:pt x="8509" y="16510"/>
                    <a:pt x="12573" y="12573"/>
                  </a:cubicBezTo>
                  <a:cubicBezTo>
                    <a:pt x="16637" y="8636"/>
                    <a:pt x="21209" y="5334"/>
                    <a:pt x="26416" y="3175"/>
                  </a:cubicBezTo>
                  <a:cubicBezTo>
                    <a:pt x="31623" y="1016"/>
                    <a:pt x="37211" y="0"/>
                    <a:pt x="42926" y="0"/>
                  </a:cubicBezTo>
                  <a:cubicBezTo>
                    <a:pt x="48641" y="0"/>
                    <a:pt x="54102" y="1016"/>
                    <a:pt x="59309" y="3175"/>
                  </a:cubicBezTo>
                  <a:cubicBezTo>
                    <a:pt x="64516" y="5334"/>
                    <a:pt x="69215" y="8382"/>
                    <a:pt x="73152" y="12446"/>
                  </a:cubicBezTo>
                  <a:cubicBezTo>
                    <a:pt x="77089" y="16510"/>
                    <a:pt x="80264" y="21082"/>
                    <a:pt x="82423" y="26289"/>
                  </a:cubicBezTo>
                  <a:cubicBezTo>
                    <a:pt x="84582" y="31496"/>
                    <a:pt x="85725" y="37084"/>
                    <a:pt x="85725" y="42672"/>
                  </a:cubicBezTo>
                  <a:close/>
                </a:path>
              </a:pathLst>
            </a:custGeom>
            <a:solidFill>
              <a:srgbClr val="4A556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27225" y="5301561"/>
            <a:ext cx="163290" cy="163290"/>
            <a:chOff x="0" y="0"/>
            <a:chExt cx="85725" cy="85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725" cy="85852"/>
            </a:xfrm>
            <a:custGeom>
              <a:avLst/>
              <a:gdLst/>
              <a:ahLst/>
              <a:cxnLst/>
              <a:rect r="r" b="b" t="t" l="l"/>
              <a:pathLst>
                <a:path h="85852" w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279"/>
                  </a:cubicBezTo>
                  <a:cubicBezTo>
                    <a:pt x="69215" y="77343"/>
                    <a:pt x="64516" y="80391"/>
                    <a:pt x="59309" y="82550"/>
                  </a:cubicBezTo>
                  <a:cubicBezTo>
                    <a:pt x="54102" y="84709"/>
                    <a:pt x="48641" y="85852"/>
                    <a:pt x="42926" y="85852"/>
                  </a:cubicBezTo>
                  <a:cubicBezTo>
                    <a:pt x="37211" y="85852"/>
                    <a:pt x="31750" y="84709"/>
                    <a:pt x="26543" y="82550"/>
                  </a:cubicBezTo>
                  <a:cubicBezTo>
                    <a:pt x="21336" y="80391"/>
                    <a:pt x="16510" y="77089"/>
                    <a:pt x="12573" y="73152"/>
                  </a:cubicBezTo>
                  <a:cubicBezTo>
                    <a:pt x="8636" y="69215"/>
                    <a:pt x="5461" y="64516"/>
                    <a:pt x="3302" y="59182"/>
                  </a:cubicBezTo>
                  <a:cubicBezTo>
                    <a:pt x="1143" y="53848"/>
                    <a:pt x="0" y="48514"/>
                    <a:pt x="0" y="42926"/>
                  </a:cubicBezTo>
                  <a:cubicBezTo>
                    <a:pt x="0" y="37338"/>
                    <a:pt x="1143" y="31623"/>
                    <a:pt x="3302" y="26416"/>
                  </a:cubicBezTo>
                  <a:cubicBezTo>
                    <a:pt x="5461" y="21209"/>
                    <a:pt x="8509" y="16510"/>
                    <a:pt x="12573" y="12446"/>
                  </a:cubicBezTo>
                  <a:cubicBezTo>
                    <a:pt x="16637" y="8382"/>
                    <a:pt x="21209" y="5334"/>
                    <a:pt x="26416" y="3175"/>
                  </a:cubicBezTo>
                  <a:cubicBezTo>
                    <a:pt x="31623" y="1016"/>
                    <a:pt x="37211" y="0"/>
                    <a:pt x="42926" y="0"/>
                  </a:cubicBezTo>
                  <a:cubicBezTo>
                    <a:pt x="48641" y="0"/>
                    <a:pt x="54102" y="1016"/>
                    <a:pt x="59309" y="3175"/>
                  </a:cubicBezTo>
                  <a:cubicBezTo>
                    <a:pt x="64516" y="5334"/>
                    <a:pt x="69215" y="8382"/>
                    <a:pt x="73152" y="12446"/>
                  </a:cubicBezTo>
                  <a:cubicBezTo>
                    <a:pt x="77089" y="16510"/>
                    <a:pt x="80264" y="21082"/>
                    <a:pt x="82423" y="26416"/>
                  </a:cubicBezTo>
                  <a:cubicBezTo>
                    <a:pt x="84582" y="31750"/>
                    <a:pt x="85725" y="37211"/>
                    <a:pt x="85725" y="42799"/>
                  </a:cubicBezTo>
                  <a:close/>
                </a:path>
              </a:pathLst>
            </a:custGeom>
            <a:solidFill>
              <a:srgbClr val="4A556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27225" y="6099867"/>
            <a:ext cx="163290" cy="163290"/>
            <a:chOff x="0" y="0"/>
            <a:chExt cx="85725" cy="857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725" cy="85852"/>
            </a:xfrm>
            <a:custGeom>
              <a:avLst/>
              <a:gdLst/>
              <a:ahLst/>
              <a:cxnLst/>
              <a:rect r="r" b="b" t="t" l="l"/>
              <a:pathLst>
                <a:path h="85852" w="85725">
                  <a:moveTo>
                    <a:pt x="85725" y="42926"/>
                  </a:moveTo>
                  <a:cubicBezTo>
                    <a:pt x="85725" y="48641"/>
                    <a:pt x="84582" y="53975"/>
                    <a:pt x="82423" y="59309"/>
                  </a:cubicBezTo>
                  <a:cubicBezTo>
                    <a:pt x="80264" y="64643"/>
                    <a:pt x="77089" y="69215"/>
                    <a:pt x="73152" y="73279"/>
                  </a:cubicBezTo>
                  <a:cubicBezTo>
                    <a:pt x="69215" y="77343"/>
                    <a:pt x="64516" y="80391"/>
                    <a:pt x="59309" y="82550"/>
                  </a:cubicBezTo>
                  <a:cubicBezTo>
                    <a:pt x="54102" y="84709"/>
                    <a:pt x="48641" y="85852"/>
                    <a:pt x="42926" y="85852"/>
                  </a:cubicBezTo>
                  <a:cubicBezTo>
                    <a:pt x="37211" y="85852"/>
                    <a:pt x="31750" y="84709"/>
                    <a:pt x="26543" y="82550"/>
                  </a:cubicBezTo>
                  <a:cubicBezTo>
                    <a:pt x="21336" y="80391"/>
                    <a:pt x="16510" y="77089"/>
                    <a:pt x="12573" y="73152"/>
                  </a:cubicBezTo>
                  <a:cubicBezTo>
                    <a:pt x="8636" y="69215"/>
                    <a:pt x="5461" y="64389"/>
                    <a:pt x="3302" y="59182"/>
                  </a:cubicBezTo>
                  <a:cubicBezTo>
                    <a:pt x="1143" y="53975"/>
                    <a:pt x="0" y="48514"/>
                    <a:pt x="0" y="42926"/>
                  </a:cubicBezTo>
                  <a:cubicBezTo>
                    <a:pt x="0" y="37338"/>
                    <a:pt x="1143" y="31623"/>
                    <a:pt x="3302" y="26416"/>
                  </a:cubicBezTo>
                  <a:cubicBezTo>
                    <a:pt x="5461" y="21209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175"/>
                  </a:cubicBezTo>
                  <a:cubicBezTo>
                    <a:pt x="31623" y="889"/>
                    <a:pt x="37211" y="0"/>
                    <a:pt x="42926" y="0"/>
                  </a:cubicBezTo>
                  <a:cubicBezTo>
                    <a:pt x="48641" y="0"/>
                    <a:pt x="54102" y="1016"/>
                    <a:pt x="59309" y="3175"/>
                  </a:cubicBezTo>
                  <a:cubicBezTo>
                    <a:pt x="64516" y="5334"/>
                    <a:pt x="69215" y="8509"/>
                    <a:pt x="73152" y="12446"/>
                  </a:cubicBezTo>
                  <a:cubicBezTo>
                    <a:pt x="77089" y="16383"/>
                    <a:pt x="80264" y="21082"/>
                    <a:pt x="82423" y="26289"/>
                  </a:cubicBezTo>
                  <a:cubicBezTo>
                    <a:pt x="84582" y="31496"/>
                    <a:pt x="85725" y="36957"/>
                    <a:pt x="85725" y="42672"/>
                  </a:cubicBezTo>
                  <a:close/>
                </a:path>
              </a:pathLst>
            </a:custGeom>
            <a:solidFill>
              <a:srgbClr val="4A556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27225" y="6898172"/>
            <a:ext cx="163290" cy="163290"/>
            <a:chOff x="0" y="0"/>
            <a:chExt cx="85725" cy="857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725" cy="85852"/>
            </a:xfrm>
            <a:custGeom>
              <a:avLst/>
              <a:gdLst/>
              <a:ahLst/>
              <a:cxnLst/>
              <a:rect r="r" b="b" t="t" l="l"/>
              <a:pathLst>
                <a:path h="85852" w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279"/>
                  </a:cubicBezTo>
                  <a:cubicBezTo>
                    <a:pt x="69215" y="77343"/>
                    <a:pt x="64516" y="80391"/>
                    <a:pt x="59309" y="82550"/>
                  </a:cubicBezTo>
                  <a:cubicBezTo>
                    <a:pt x="54102" y="84709"/>
                    <a:pt x="48641" y="85852"/>
                    <a:pt x="42926" y="85852"/>
                  </a:cubicBezTo>
                  <a:cubicBezTo>
                    <a:pt x="37211" y="85852"/>
                    <a:pt x="31750" y="84709"/>
                    <a:pt x="26543" y="82550"/>
                  </a:cubicBezTo>
                  <a:cubicBezTo>
                    <a:pt x="21336" y="80391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182"/>
                  </a:cubicBezTo>
                  <a:cubicBezTo>
                    <a:pt x="1143" y="53848"/>
                    <a:pt x="0" y="48514"/>
                    <a:pt x="0" y="42926"/>
                  </a:cubicBezTo>
                  <a:cubicBezTo>
                    <a:pt x="0" y="37338"/>
                    <a:pt x="1143" y="31623"/>
                    <a:pt x="3302" y="26416"/>
                  </a:cubicBezTo>
                  <a:cubicBezTo>
                    <a:pt x="5461" y="21209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175"/>
                  </a:cubicBezTo>
                  <a:cubicBezTo>
                    <a:pt x="31623" y="889"/>
                    <a:pt x="37211" y="0"/>
                    <a:pt x="42926" y="0"/>
                  </a:cubicBezTo>
                  <a:cubicBezTo>
                    <a:pt x="48641" y="0"/>
                    <a:pt x="54102" y="1016"/>
                    <a:pt x="59309" y="3175"/>
                  </a:cubicBezTo>
                  <a:cubicBezTo>
                    <a:pt x="64516" y="5334"/>
                    <a:pt x="69215" y="8509"/>
                    <a:pt x="73152" y="12446"/>
                  </a:cubicBezTo>
                  <a:cubicBezTo>
                    <a:pt x="77089" y="16383"/>
                    <a:pt x="80264" y="21082"/>
                    <a:pt x="82423" y="26289"/>
                  </a:cubicBezTo>
                  <a:cubicBezTo>
                    <a:pt x="84582" y="31496"/>
                    <a:pt x="85725" y="37084"/>
                    <a:pt x="85725" y="42672"/>
                  </a:cubicBezTo>
                  <a:close/>
                </a:path>
              </a:pathLst>
            </a:custGeom>
            <a:solidFill>
              <a:srgbClr val="4A556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27225" y="7696478"/>
            <a:ext cx="163290" cy="163290"/>
            <a:chOff x="0" y="0"/>
            <a:chExt cx="85725" cy="857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725" cy="85852"/>
            </a:xfrm>
            <a:custGeom>
              <a:avLst/>
              <a:gdLst/>
              <a:ahLst/>
              <a:cxnLst/>
              <a:rect r="r" b="b" t="t" l="l"/>
              <a:pathLst>
                <a:path h="85852" w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279"/>
                  </a:cubicBezTo>
                  <a:cubicBezTo>
                    <a:pt x="69215" y="77343"/>
                    <a:pt x="64516" y="80391"/>
                    <a:pt x="59309" y="82550"/>
                  </a:cubicBezTo>
                  <a:cubicBezTo>
                    <a:pt x="54102" y="84709"/>
                    <a:pt x="48641" y="85852"/>
                    <a:pt x="42926" y="85852"/>
                  </a:cubicBezTo>
                  <a:cubicBezTo>
                    <a:pt x="37211" y="85852"/>
                    <a:pt x="31750" y="84709"/>
                    <a:pt x="26543" y="82550"/>
                  </a:cubicBezTo>
                  <a:cubicBezTo>
                    <a:pt x="21336" y="80391"/>
                    <a:pt x="16510" y="77089"/>
                    <a:pt x="12573" y="73152"/>
                  </a:cubicBezTo>
                  <a:cubicBezTo>
                    <a:pt x="8636" y="69215"/>
                    <a:pt x="5461" y="64516"/>
                    <a:pt x="3302" y="59182"/>
                  </a:cubicBezTo>
                  <a:cubicBezTo>
                    <a:pt x="1143" y="53848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334"/>
                    <a:pt x="26416" y="3175"/>
                  </a:cubicBezTo>
                  <a:cubicBezTo>
                    <a:pt x="31623" y="1016"/>
                    <a:pt x="37211" y="0"/>
                    <a:pt x="42926" y="0"/>
                  </a:cubicBezTo>
                  <a:cubicBezTo>
                    <a:pt x="48641" y="0"/>
                    <a:pt x="54102" y="1016"/>
                    <a:pt x="59309" y="3175"/>
                  </a:cubicBezTo>
                  <a:cubicBezTo>
                    <a:pt x="64516" y="5334"/>
                    <a:pt x="69215" y="8382"/>
                    <a:pt x="73152" y="12446"/>
                  </a:cubicBezTo>
                  <a:cubicBezTo>
                    <a:pt x="77089" y="16510"/>
                    <a:pt x="80264" y="21082"/>
                    <a:pt x="82423" y="26416"/>
                  </a:cubicBezTo>
                  <a:cubicBezTo>
                    <a:pt x="84582" y="31750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4A556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27225" y="8512927"/>
            <a:ext cx="163290" cy="163290"/>
            <a:chOff x="0" y="0"/>
            <a:chExt cx="85725" cy="857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5725" cy="85852"/>
            </a:xfrm>
            <a:custGeom>
              <a:avLst/>
              <a:gdLst/>
              <a:ahLst/>
              <a:cxnLst/>
              <a:rect r="r" b="b" t="t" l="l"/>
              <a:pathLst>
                <a:path h="85852" w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279"/>
                  </a:cubicBezTo>
                  <a:cubicBezTo>
                    <a:pt x="69215" y="77343"/>
                    <a:pt x="64516" y="80391"/>
                    <a:pt x="59309" y="82550"/>
                  </a:cubicBezTo>
                  <a:cubicBezTo>
                    <a:pt x="54102" y="84709"/>
                    <a:pt x="48641" y="85852"/>
                    <a:pt x="42926" y="85852"/>
                  </a:cubicBezTo>
                  <a:cubicBezTo>
                    <a:pt x="37211" y="85852"/>
                    <a:pt x="31750" y="84709"/>
                    <a:pt x="26543" y="82550"/>
                  </a:cubicBezTo>
                  <a:cubicBezTo>
                    <a:pt x="21336" y="80391"/>
                    <a:pt x="16510" y="77089"/>
                    <a:pt x="12573" y="73152"/>
                  </a:cubicBezTo>
                  <a:cubicBezTo>
                    <a:pt x="8636" y="69215"/>
                    <a:pt x="5461" y="64516"/>
                    <a:pt x="3302" y="59182"/>
                  </a:cubicBezTo>
                  <a:cubicBezTo>
                    <a:pt x="1143" y="53848"/>
                    <a:pt x="0" y="48514"/>
                    <a:pt x="0" y="42926"/>
                  </a:cubicBezTo>
                  <a:cubicBezTo>
                    <a:pt x="0" y="37338"/>
                    <a:pt x="1143" y="31623"/>
                    <a:pt x="3302" y="26416"/>
                  </a:cubicBezTo>
                  <a:cubicBezTo>
                    <a:pt x="5461" y="21209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175"/>
                  </a:cubicBezTo>
                  <a:cubicBezTo>
                    <a:pt x="31623" y="889"/>
                    <a:pt x="37211" y="0"/>
                    <a:pt x="42926" y="0"/>
                  </a:cubicBezTo>
                  <a:cubicBezTo>
                    <a:pt x="48641" y="0"/>
                    <a:pt x="54102" y="1016"/>
                    <a:pt x="59309" y="3175"/>
                  </a:cubicBezTo>
                  <a:cubicBezTo>
                    <a:pt x="64516" y="5334"/>
                    <a:pt x="69215" y="8509"/>
                    <a:pt x="73152" y="12446"/>
                  </a:cubicBezTo>
                  <a:cubicBezTo>
                    <a:pt x="77089" y="16383"/>
                    <a:pt x="80264" y="21082"/>
                    <a:pt x="82423" y="26289"/>
                  </a:cubicBezTo>
                  <a:cubicBezTo>
                    <a:pt x="84582" y="31496"/>
                    <a:pt x="85725" y="36957"/>
                    <a:pt x="85725" y="42672"/>
                  </a:cubicBezTo>
                  <a:close/>
                </a:path>
              </a:pathLst>
            </a:custGeom>
            <a:solidFill>
              <a:srgbClr val="4A5568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3041169" y="2750741"/>
            <a:ext cx="113559" cy="67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3714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2" tooltip="https://www.newspim.com/news/view/20260629001224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78830" y="2750741"/>
            <a:ext cx="12700315" cy="63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3714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3" tooltip="https://www.newspim.com/news/view/20260629001224"/>
              </a:rPr>
              <a:t>뉴스핌 — 제조AI 2030 전략(2026.6.29)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78830" y="3444272"/>
            <a:ext cx="13736189" cy="552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7"/>
              </a:lnSpc>
            </a:pPr>
            <a:r>
              <a:rPr lang="en-US" sz="3714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4" tooltip="https://www.irobotnews.com/news/articleView.html?idxno=45407"/>
              </a:rPr>
              <a:t>로봇신문 — 2026 첨단제조로봇 실증사업</a:t>
            </a:r>
          </a:p>
          <a:p>
            <a:pPr algn="l">
              <a:lnSpc>
                <a:spcPts val="6347"/>
              </a:lnSpc>
            </a:pPr>
            <a:r>
              <a:rPr lang="en-US" sz="3714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5" tooltip="https://www.koreajoongangdaily.com/business/actuators-become-new-battleground-in-humanoid-robot-race/12288658"/>
              </a:rPr>
              <a:t>Korea JoongAng Daily — 액추에이터, 휴머노이드 경쟁의 새 전장 </a:t>
            </a:r>
            <a:r>
              <a:rPr lang="en-US" sz="3714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6" tooltip="https://www.fnnews.com/news/202605191034186316"/>
              </a:rPr>
              <a:t>뉴시스(파이낸셜뉴스) — 현대차그룹 2028 휴머노이드·액추에이터 양산 </a:t>
            </a:r>
            <a:r>
              <a:rPr lang="en-US" sz="3714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7" tooltip="https://www.ddaily.co.kr/page/view/2026070818231689447"/>
              </a:rPr>
              <a:t>디지털데일리 — 삼현, 휴머노이드 액추에이터 양산 (2026.7.8) </a:t>
            </a:r>
            <a:r>
              <a:rPr lang="en-US" sz="3714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8" tooltip="https://english.pudong.gov.cn/2026-01/29/c_1157935.htm"/>
              </a:rPr>
              <a:t>푸둥신구 — Eyou 관절 모듈 자동 라인 (2026.1.29)</a:t>
            </a:r>
          </a:p>
          <a:p>
            <a:pPr algn="l">
              <a:lnSpc>
                <a:spcPts val="6347"/>
              </a:lnSpc>
            </a:pPr>
            <a:r>
              <a:rPr lang="en-US" sz="3714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9" tooltip="https://mobile.chinadaily.com.cn/html5/2026-04/07/content_013_69d40791ed50be540e72de7e.htm"/>
              </a:rPr>
              <a:t>China Daily — 포산 휴머노이드 자동 라인 (2026.4.7)</a:t>
            </a:r>
          </a:p>
          <a:p>
            <a:pPr algn="l">
              <a:lnSpc>
                <a:spcPts val="6347"/>
              </a:lnSpc>
            </a:pPr>
            <a:r>
              <a:rPr lang="en-US" sz="3714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10" tooltip="https://www.hyundaimotorgroup.com/ko/story/CONT0000000000123963"/>
              </a:rPr>
              <a:t>현대자동차그룹 — HMGICS 셀 생산 (비교 검토)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63800" y="9380868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28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9048" y="1200150"/>
            <a:ext cx="5635485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b="true" sz="2499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08 · 출처 ①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2888" y="1475105"/>
            <a:ext cx="761823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정책</a:t>
            </a:r>
            <a:r>
              <a:rPr lang="en-US" b="true" sz="5199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· 기사 · 업계 사례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163800" y="9380868"/>
            <a:ext cx="1905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6A7A8E"/>
                </a:solidFill>
                <a:latin typeface="Arimo Bold"/>
                <a:ea typeface="Arimo Bold"/>
                <a:cs typeface="Arimo Bold"/>
                <a:sym typeface="Arimo Bold"/>
              </a:rPr>
              <a:t>29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9048" y="1200150"/>
            <a:ext cx="5635485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b="true" sz="2499">
                <a:solidFill>
                  <a:srgbClr val="1976D2"/>
                </a:solidFill>
                <a:latin typeface="IBM Plex Sans KR Semi-Bold"/>
                <a:ea typeface="IBM Plex Sans KR Semi-Bold"/>
                <a:cs typeface="IBM Plex Sans KR Semi-Bold"/>
                <a:sym typeface="IBM Plex Sans KR Semi-Bold"/>
              </a:rPr>
              <a:t>08 · 출처 ②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2888" y="1475105"/>
            <a:ext cx="761823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기술자료 · 영상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27225" y="2888501"/>
            <a:ext cx="163290" cy="163290"/>
            <a:chOff x="0" y="0"/>
            <a:chExt cx="85725" cy="85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725" cy="85852"/>
            </a:xfrm>
            <a:custGeom>
              <a:avLst/>
              <a:gdLst/>
              <a:ahLst/>
              <a:cxnLst/>
              <a:rect r="r" b="b" t="t" l="l"/>
              <a:pathLst>
                <a:path h="85852" w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279"/>
                  </a:cubicBezTo>
                  <a:cubicBezTo>
                    <a:pt x="69215" y="77343"/>
                    <a:pt x="64516" y="80391"/>
                    <a:pt x="59309" y="82550"/>
                  </a:cubicBezTo>
                  <a:cubicBezTo>
                    <a:pt x="54102" y="84709"/>
                    <a:pt x="48641" y="85852"/>
                    <a:pt x="42926" y="85852"/>
                  </a:cubicBezTo>
                  <a:cubicBezTo>
                    <a:pt x="37211" y="85852"/>
                    <a:pt x="31750" y="84709"/>
                    <a:pt x="26543" y="82550"/>
                  </a:cubicBezTo>
                  <a:cubicBezTo>
                    <a:pt x="21336" y="80391"/>
                    <a:pt x="16510" y="77089"/>
                    <a:pt x="12573" y="73152"/>
                  </a:cubicBezTo>
                  <a:cubicBezTo>
                    <a:pt x="8636" y="69215"/>
                    <a:pt x="5461" y="64516"/>
                    <a:pt x="3302" y="59182"/>
                  </a:cubicBezTo>
                  <a:cubicBezTo>
                    <a:pt x="1143" y="53848"/>
                    <a:pt x="0" y="48514"/>
                    <a:pt x="0" y="42926"/>
                  </a:cubicBezTo>
                  <a:cubicBezTo>
                    <a:pt x="0" y="37338"/>
                    <a:pt x="1143" y="31623"/>
                    <a:pt x="3302" y="26416"/>
                  </a:cubicBezTo>
                  <a:cubicBezTo>
                    <a:pt x="5461" y="21209"/>
                    <a:pt x="8509" y="16510"/>
                    <a:pt x="12573" y="12573"/>
                  </a:cubicBezTo>
                  <a:cubicBezTo>
                    <a:pt x="16637" y="8636"/>
                    <a:pt x="21209" y="5334"/>
                    <a:pt x="26416" y="3175"/>
                  </a:cubicBezTo>
                  <a:cubicBezTo>
                    <a:pt x="31623" y="1016"/>
                    <a:pt x="37211" y="0"/>
                    <a:pt x="42926" y="0"/>
                  </a:cubicBezTo>
                  <a:cubicBezTo>
                    <a:pt x="48641" y="0"/>
                    <a:pt x="54102" y="1016"/>
                    <a:pt x="59309" y="3175"/>
                  </a:cubicBezTo>
                  <a:cubicBezTo>
                    <a:pt x="64516" y="5334"/>
                    <a:pt x="69215" y="8382"/>
                    <a:pt x="73152" y="12446"/>
                  </a:cubicBezTo>
                  <a:cubicBezTo>
                    <a:pt x="77089" y="16510"/>
                    <a:pt x="80264" y="21082"/>
                    <a:pt x="82423" y="26289"/>
                  </a:cubicBezTo>
                  <a:cubicBezTo>
                    <a:pt x="84582" y="31496"/>
                    <a:pt x="85725" y="37084"/>
                    <a:pt x="85725" y="42672"/>
                  </a:cubicBezTo>
                  <a:close/>
                </a:path>
              </a:pathLst>
            </a:custGeom>
            <a:solidFill>
              <a:srgbClr val="4A556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27225" y="3686807"/>
            <a:ext cx="163290" cy="163290"/>
            <a:chOff x="0" y="0"/>
            <a:chExt cx="85725" cy="857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725" cy="85852"/>
            </a:xfrm>
            <a:custGeom>
              <a:avLst/>
              <a:gdLst/>
              <a:ahLst/>
              <a:cxnLst/>
              <a:rect r="r" b="b" t="t" l="l"/>
              <a:pathLst>
                <a:path h="85852" w="85725">
                  <a:moveTo>
                    <a:pt x="85725" y="42926"/>
                  </a:moveTo>
                  <a:cubicBezTo>
                    <a:pt x="85725" y="48641"/>
                    <a:pt x="84582" y="53975"/>
                    <a:pt x="82423" y="59309"/>
                  </a:cubicBezTo>
                  <a:cubicBezTo>
                    <a:pt x="80264" y="64643"/>
                    <a:pt x="77089" y="69215"/>
                    <a:pt x="73152" y="73279"/>
                  </a:cubicBezTo>
                  <a:cubicBezTo>
                    <a:pt x="69215" y="77343"/>
                    <a:pt x="64516" y="80391"/>
                    <a:pt x="59309" y="82550"/>
                  </a:cubicBezTo>
                  <a:cubicBezTo>
                    <a:pt x="54102" y="84709"/>
                    <a:pt x="48641" y="85852"/>
                    <a:pt x="42926" y="85852"/>
                  </a:cubicBezTo>
                  <a:cubicBezTo>
                    <a:pt x="37211" y="85852"/>
                    <a:pt x="31750" y="84709"/>
                    <a:pt x="26543" y="82550"/>
                  </a:cubicBezTo>
                  <a:cubicBezTo>
                    <a:pt x="21336" y="80391"/>
                    <a:pt x="16510" y="77089"/>
                    <a:pt x="12573" y="73152"/>
                  </a:cubicBezTo>
                  <a:cubicBezTo>
                    <a:pt x="8636" y="69215"/>
                    <a:pt x="5461" y="64389"/>
                    <a:pt x="3302" y="59182"/>
                  </a:cubicBezTo>
                  <a:cubicBezTo>
                    <a:pt x="1143" y="53975"/>
                    <a:pt x="0" y="48514"/>
                    <a:pt x="0" y="42926"/>
                  </a:cubicBezTo>
                  <a:cubicBezTo>
                    <a:pt x="0" y="37338"/>
                    <a:pt x="1143" y="31623"/>
                    <a:pt x="3302" y="26416"/>
                  </a:cubicBezTo>
                  <a:cubicBezTo>
                    <a:pt x="5461" y="21209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175"/>
                  </a:cubicBezTo>
                  <a:cubicBezTo>
                    <a:pt x="31623" y="889"/>
                    <a:pt x="37211" y="0"/>
                    <a:pt x="42926" y="0"/>
                  </a:cubicBezTo>
                  <a:cubicBezTo>
                    <a:pt x="48641" y="0"/>
                    <a:pt x="54102" y="1016"/>
                    <a:pt x="59309" y="3175"/>
                  </a:cubicBezTo>
                  <a:cubicBezTo>
                    <a:pt x="64516" y="5334"/>
                    <a:pt x="69215" y="8509"/>
                    <a:pt x="73152" y="12446"/>
                  </a:cubicBezTo>
                  <a:cubicBezTo>
                    <a:pt x="77089" y="16383"/>
                    <a:pt x="80264" y="21082"/>
                    <a:pt x="82423" y="26289"/>
                  </a:cubicBezTo>
                  <a:cubicBezTo>
                    <a:pt x="84582" y="31496"/>
                    <a:pt x="85725" y="36957"/>
                    <a:pt x="85725" y="42672"/>
                  </a:cubicBezTo>
                  <a:close/>
                </a:path>
              </a:pathLst>
            </a:custGeom>
            <a:solidFill>
              <a:srgbClr val="4A5568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27225" y="4503256"/>
            <a:ext cx="163290" cy="163290"/>
            <a:chOff x="0" y="0"/>
            <a:chExt cx="85725" cy="857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725" cy="85852"/>
            </a:xfrm>
            <a:custGeom>
              <a:avLst/>
              <a:gdLst/>
              <a:ahLst/>
              <a:cxnLst/>
              <a:rect r="r" b="b" t="t" l="l"/>
              <a:pathLst>
                <a:path h="85852" w="85725">
                  <a:moveTo>
                    <a:pt x="85725" y="42926"/>
                  </a:moveTo>
                  <a:cubicBezTo>
                    <a:pt x="85725" y="48641"/>
                    <a:pt x="84582" y="53975"/>
                    <a:pt x="82423" y="59309"/>
                  </a:cubicBezTo>
                  <a:cubicBezTo>
                    <a:pt x="80264" y="64643"/>
                    <a:pt x="77089" y="69215"/>
                    <a:pt x="73152" y="73279"/>
                  </a:cubicBezTo>
                  <a:cubicBezTo>
                    <a:pt x="69215" y="77343"/>
                    <a:pt x="64516" y="80391"/>
                    <a:pt x="59309" y="82550"/>
                  </a:cubicBezTo>
                  <a:cubicBezTo>
                    <a:pt x="54102" y="84709"/>
                    <a:pt x="48641" y="85852"/>
                    <a:pt x="42926" y="85852"/>
                  </a:cubicBezTo>
                  <a:cubicBezTo>
                    <a:pt x="37211" y="85852"/>
                    <a:pt x="31750" y="84709"/>
                    <a:pt x="26543" y="82550"/>
                  </a:cubicBezTo>
                  <a:cubicBezTo>
                    <a:pt x="21336" y="80391"/>
                    <a:pt x="16510" y="77216"/>
                    <a:pt x="12573" y="73152"/>
                  </a:cubicBezTo>
                  <a:cubicBezTo>
                    <a:pt x="8636" y="69088"/>
                    <a:pt x="5461" y="64389"/>
                    <a:pt x="3302" y="59182"/>
                  </a:cubicBezTo>
                  <a:cubicBezTo>
                    <a:pt x="1143" y="53975"/>
                    <a:pt x="0" y="48514"/>
                    <a:pt x="0" y="42926"/>
                  </a:cubicBezTo>
                  <a:cubicBezTo>
                    <a:pt x="0" y="37338"/>
                    <a:pt x="1143" y="31623"/>
                    <a:pt x="3302" y="26416"/>
                  </a:cubicBezTo>
                  <a:cubicBezTo>
                    <a:pt x="5461" y="21209"/>
                    <a:pt x="8509" y="16510"/>
                    <a:pt x="12573" y="12573"/>
                  </a:cubicBezTo>
                  <a:cubicBezTo>
                    <a:pt x="16637" y="8636"/>
                    <a:pt x="21209" y="5334"/>
                    <a:pt x="26416" y="3175"/>
                  </a:cubicBezTo>
                  <a:cubicBezTo>
                    <a:pt x="31623" y="1016"/>
                    <a:pt x="37211" y="0"/>
                    <a:pt x="42926" y="0"/>
                  </a:cubicBezTo>
                  <a:cubicBezTo>
                    <a:pt x="48641" y="0"/>
                    <a:pt x="54102" y="1016"/>
                    <a:pt x="59309" y="3175"/>
                  </a:cubicBezTo>
                  <a:cubicBezTo>
                    <a:pt x="64516" y="5334"/>
                    <a:pt x="69215" y="8382"/>
                    <a:pt x="73152" y="12446"/>
                  </a:cubicBezTo>
                  <a:cubicBezTo>
                    <a:pt x="77089" y="16510"/>
                    <a:pt x="80264" y="21082"/>
                    <a:pt x="82423" y="26289"/>
                  </a:cubicBezTo>
                  <a:cubicBezTo>
                    <a:pt x="84582" y="31496"/>
                    <a:pt x="85725" y="37084"/>
                    <a:pt x="85725" y="42672"/>
                  </a:cubicBezTo>
                  <a:close/>
                </a:path>
              </a:pathLst>
            </a:custGeom>
            <a:solidFill>
              <a:srgbClr val="4A556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27225" y="5301561"/>
            <a:ext cx="163290" cy="163290"/>
            <a:chOff x="0" y="0"/>
            <a:chExt cx="85725" cy="857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725" cy="85852"/>
            </a:xfrm>
            <a:custGeom>
              <a:avLst/>
              <a:gdLst/>
              <a:ahLst/>
              <a:cxnLst/>
              <a:rect r="r" b="b" t="t" l="l"/>
              <a:pathLst>
                <a:path h="85852" w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279"/>
                  </a:cubicBezTo>
                  <a:cubicBezTo>
                    <a:pt x="69215" y="77343"/>
                    <a:pt x="64516" y="80391"/>
                    <a:pt x="59309" y="82550"/>
                  </a:cubicBezTo>
                  <a:cubicBezTo>
                    <a:pt x="54102" y="84709"/>
                    <a:pt x="48641" y="85852"/>
                    <a:pt x="42926" y="85852"/>
                  </a:cubicBezTo>
                  <a:cubicBezTo>
                    <a:pt x="37211" y="85852"/>
                    <a:pt x="31750" y="84709"/>
                    <a:pt x="26543" y="82550"/>
                  </a:cubicBezTo>
                  <a:cubicBezTo>
                    <a:pt x="21336" y="80391"/>
                    <a:pt x="16510" y="77089"/>
                    <a:pt x="12573" y="73152"/>
                  </a:cubicBezTo>
                  <a:cubicBezTo>
                    <a:pt x="8636" y="69215"/>
                    <a:pt x="5461" y="64516"/>
                    <a:pt x="3302" y="59182"/>
                  </a:cubicBezTo>
                  <a:cubicBezTo>
                    <a:pt x="1143" y="53848"/>
                    <a:pt x="0" y="48514"/>
                    <a:pt x="0" y="42926"/>
                  </a:cubicBezTo>
                  <a:cubicBezTo>
                    <a:pt x="0" y="37338"/>
                    <a:pt x="1143" y="31623"/>
                    <a:pt x="3302" y="26416"/>
                  </a:cubicBezTo>
                  <a:cubicBezTo>
                    <a:pt x="5461" y="21209"/>
                    <a:pt x="8509" y="16510"/>
                    <a:pt x="12573" y="12446"/>
                  </a:cubicBezTo>
                  <a:cubicBezTo>
                    <a:pt x="16637" y="8382"/>
                    <a:pt x="21209" y="5334"/>
                    <a:pt x="26416" y="3175"/>
                  </a:cubicBezTo>
                  <a:cubicBezTo>
                    <a:pt x="31623" y="1016"/>
                    <a:pt x="37211" y="0"/>
                    <a:pt x="42926" y="0"/>
                  </a:cubicBezTo>
                  <a:cubicBezTo>
                    <a:pt x="48641" y="0"/>
                    <a:pt x="54102" y="1016"/>
                    <a:pt x="59309" y="3175"/>
                  </a:cubicBezTo>
                  <a:cubicBezTo>
                    <a:pt x="64516" y="5334"/>
                    <a:pt x="69215" y="8382"/>
                    <a:pt x="73152" y="12446"/>
                  </a:cubicBezTo>
                  <a:cubicBezTo>
                    <a:pt x="77089" y="16510"/>
                    <a:pt x="80264" y="21082"/>
                    <a:pt x="82423" y="26416"/>
                  </a:cubicBezTo>
                  <a:cubicBezTo>
                    <a:pt x="84582" y="31750"/>
                    <a:pt x="85725" y="37211"/>
                    <a:pt x="85725" y="42799"/>
                  </a:cubicBezTo>
                  <a:close/>
                </a:path>
              </a:pathLst>
            </a:custGeom>
            <a:solidFill>
              <a:srgbClr val="4A556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27225" y="6099867"/>
            <a:ext cx="163290" cy="163290"/>
            <a:chOff x="0" y="0"/>
            <a:chExt cx="85725" cy="85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5725" cy="85852"/>
            </a:xfrm>
            <a:custGeom>
              <a:avLst/>
              <a:gdLst/>
              <a:ahLst/>
              <a:cxnLst/>
              <a:rect r="r" b="b" t="t" l="l"/>
              <a:pathLst>
                <a:path h="85852" w="85725">
                  <a:moveTo>
                    <a:pt x="85725" y="42926"/>
                  </a:moveTo>
                  <a:cubicBezTo>
                    <a:pt x="85725" y="48641"/>
                    <a:pt x="84582" y="53975"/>
                    <a:pt x="82423" y="59309"/>
                  </a:cubicBezTo>
                  <a:cubicBezTo>
                    <a:pt x="80264" y="64643"/>
                    <a:pt x="77089" y="69215"/>
                    <a:pt x="73152" y="73279"/>
                  </a:cubicBezTo>
                  <a:cubicBezTo>
                    <a:pt x="69215" y="77343"/>
                    <a:pt x="64516" y="80391"/>
                    <a:pt x="59309" y="82550"/>
                  </a:cubicBezTo>
                  <a:cubicBezTo>
                    <a:pt x="54102" y="84709"/>
                    <a:pt x="48641" y="85852"/>
                    <a:pt x="42926" y="85852"/>
                  </a:cubicBezTo>
                  <a:cubicBezTo>
                    <a:pt x="37211" y="85852"/>
                    <a:pt x="31750" y="84709"/>
                    <a:pt x="26543" y="82550"/>
                  </a:cubicBezTo>
                  <a:cubicBezTo>
                    <a:pt x="21336" y="80391"/>
                    <a:pt x="16510" y="77089"/>
                    <a:pt x="12573" y="73152"/>
                  </a:cubicBezTo>
                  <a:cubicBezTo>
                    <a:pt x="8636" y="69215"/>
                    <a:pt x="5461" y="64389"/>
                    <a:pt x="3302" y="59182"/>
                  </a:cubicBezTo>
                  <a:cubicBezTo>
                    <a:pt x="1143" y="53975"/>
                    <a:pt x="0" y="48514"/>
                    <a:pt x="0" y="42926"/>
                  </a:cubicBezTo>
                  <a:cubicBezTo>
                    <a:pt x="0" y="37338"/>
                    <a:pt x="1143" y="31623"/>
                    <a:pt x="3302" y="26416"/>
                  </a:cubicBezTo>
                  <a:cubicBezTo>
                    <a:pt x="5461" y="21209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175"/>
                  </a:cubicBezTo>
                  <a:cubicBezTo>
                    <a:pt x="31623" y="889"/>
                    <a:pt x="37211" y="0"/>
                    <a:pt x="42926" y="0"/>
                  </a:cubicBezTo>
                  <a:cubicBezTo>
                    <a:pt x="48641" y="0"/>
                    <a:pt x="54102" y="1016"/>
                    <a:pt x="59309" y="3175"/>
                  </a:cubicBezTo>
                  <a:cubicBezTo>
                    <a:pt x="64516" y="5334"/>
                    <a:pt x="69215" y="8509"/>
                    <a:pt x="73152" y="12446"/>
                  </a:cubicBezTo>
                  <a:cubicBezTo>
                    <a:pt x="77089" y="16383"/>
                    <a:pt x="80264" y="21082"/>
                    <a:pt x="82423" y="26289"/>
                  </a:cubicBezTo>
                  <a:cubicBezTo>
                    <a:pt x="84582" y="31496"/>
                    <a:pt x="85725" y="36957"/>
                    <a:pt x="85725" y="42672"/>
                  </a:cubicBezTo>
                  <a:close/>
                </a:path>
              </a:pathLst>
            </a:custGeom>
            <a:solidFill>
              <a:srgbClr val="4A556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27225" y="6898172"/>
            <a:ext cx="163290" cy="163290"/>
            <a:chOff x="0" y="0"/>
            <a:chExt cx="85725" cy="857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725" cy="85852"/>
            </a:xfrm>
            <a:custGeom>
              <a:avLst/>
              <a:gdLst/>
              <a:ahLst/>
              <a:cxnLst/>
              <a:rect r="r" b="b" t="t" l="l"/>
              <a:pathLst>
                <a:path h="85852" w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279"/>
                  </a:cubicBezTo>
                  <a:cubicBezTo>
                    <a:pt x="69215" y="77343"/>
                    <a:pt x="64516" y="80391"/>
                    <a:pt x="59309" y="82550"/>
                  </a:cubicBezTo>
                  <a:cubicBezTo>
                    <a:pt x="54102" y="84709"/>
                    <a:pt x="48641" y="85852"/>
                    <a:pt x="42926" y="85852"/>
                  </a:cubicBezTo>
                  <a:cubicBezTo>
                    <a:pt x="37211" y="85852"/>
                    <a:pt x="31750" y="84709"/>
                    <a:pt x="26543" y="82550"/>
                  </a:cubicBezTo>
                  <a:cubicBezTo>
                    <a:pt x="21336" y="80391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182"/>
                  </a:cubicBezTo>
                  <a:cubicBezTo>
                    <a:pt x="1143" y="53848"/>
                    <a:pt x="0" y="48514"/>
                    <a:pt x="0" y="42926"/>
                  </a:cubicBezTo>
                  <a:cubicBezTo>
                    <a:pt x="0" y="37338"/>
                    <a:pt x="1143" y="31623"/>
                    <a:pt x="3302" y="26416"/>
                  </a:cubicBezTo>
                  <a:cubicBezTo>
                    <a:pt x="5461" y="21209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175"/>
                  </a:cubicBezTo>
                  <a:cubicBezTo>
                    <a:pt x="31623" y="889"/>
                    <a:pt x="37211" y="0"/>
                    <a:pt x="42926" y="0"/>
                  </a:cubicBezTo>
                  <a:cubicBezTo>
                    <a:pt x="48641" y="0"/>
                    <a:pt x="54102" y="1016"/>
                    <a:pt x="59309" y="3175"/>
                  </a:cubicBezTo>
                  <a:cubicBezTo>
                    <a:pt x="64516" y="5334"/>
                    <a:pt x="69215" y="8509"/>
                    <a:pt x="73152" y="12446"/>
                  </a:cubicBezTo>
                  <a:cubicBezTo>
                    <a:pt x="77089" y="16383"/>
                    <a:pt x="80264" y="21082"/>
                    <a:pt x="82423" y="26289"/>
                  </a:cubicBezTo>
                  <a:cubicBezTo>
                    <a:pt x="84582" y="31496"/>
                    <a:pt x="85725" y="37084"/>
                    <a:pt x="85725" y="42672"/>
                  </a:cubicBezTo>
                  <a:close/>
                </a:path>
              </a:pathLst>
            </a:custGeom>
            <a:solidFill>
              <a:srgbClr val="4A556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27225" y="7696478"/>
            <a:ext cx="163290" cy="163290"/>
            <a:chOff x="0" y="0"/>
            <a:chExt cx="85725" cy="857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725" cy="85852"/>
            </a:xfrm>
            <a:custGeom>
              <a:avLst/>
              <a:gdLst/>
              <a:ahLst/>
              <a:cxnLst/>
              <a:rect r="r" b="b" t="t" l="l"/>
              <a:pathLst>
                <a:path h="85852" w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279"/>
                  </a:cubicBezTo>
                  <a:cubicBezTo>
                    <a:pt x="69215" y="77343"/>
                    <a:pt x="64516" y="80391"/>
                    <a:pt x="59309" y="82550"/>
                  </a:cubicBezTo>
                  <a:cubicBezTo>
                    <a:pt x="54102" y="84709"/>
                    <a:pt x="48641" y="85852"/>
                    <a:pt x="42926" y="85852"/>
                  </a:cubicBezTo>
                  <a:cubicBezTo>
                    <a:pt x="37211" y="85852"/>
                    <a:pt x="31750" y="84709"/>
                    <a:pt x="26543" y="82550"/>
                  </a:cubicBezTo>
                  <a:cubicBezTo>
                    <a:pt x="21336" y="80391"/>
                    <a:pt x="16510" y="77089"/>
                    <a:pt x="12573" y="73152"/>
                  </a:cubicBezTo>
                  <a:cubicBezTo>
                    <a:pt x="8636" y="69215"/>
                    <a:pt x="5461" y="64516"/>
                    <a:pt x="3302" y="59182"/>
                  </a:cubicBezTo>
                  <a:cubicBezTo>
                    <a:pt x="1143" y="53848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334"/>
                    <a:pt x="26416" y="3175"/>
                  </a:cubicBezTo>
                  <a:cubicBezTo>
                    <a:pt x="31623" y="1016"/>
                    <a:pt x="37211" y="0"/>
                    <a:pt x="42926" y="0"/>
                  </a:cubicBezTo>
                  <a:cubicBezTo>
                    <a:pt x="48641" y="0"/>
                    <a:pt x="54102" y="1016"/>
                    <a:pt x="59309" y="3175"/>
                  </a:cubicBezTo>
                  <a:cubicBezTo>
                    <a:pt x="64516" y="5334"/>
                    <a:pt x="69215" y="8382"/>
                    <a:pt x="73152" y="12446"/>
                  </a:cubicBezTo>
                  <a:cubicBezTo>
                    <a:pt x="77089" y="16510"/>
                    <a:pt x="80264" y="21082"/>
                    <a:pt x="82423" y="26416"/>
                  </a:cubicBezTo>
                  <a:cubicBezTo>
                    <a:pt x="84582" y="31750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4A556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27225" y="8512927"/>
            <a:ext cx="163290" cy="163290"/>
            <a:chOff x="0" y="0"/>
            <a:chExt cx="85725" cy="857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725" cy="85852"/>
            </a:xfrm>
            <a:custGeom>
              <a:avLst/>
              <a:gdLst/>
              <a:ahLst/>
              <a:cxnLst/>
              <a:rect r="r" b="b" t="t" l="l"/>
              <a:pathLst>
                <a:path h="85852" w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279"/>
                  </a:cubicBezTo>
                  <a:cubicBezTo>
                    <a:pt x="69215" y="77343"/>
                    <a:pt x="64516" y="80391"/>
                    <a:pt x="59309" y="82550"/>
                  </a:cubicBezTo>
                  <a:cubicBezTo>
                    <a:pt x="54102" y="84709"/>
                    <a:pt x="48641" y="85852"/>
                    <a:pt x="42926" y="85852"/>
                  </a:cubicBezTo>
                  <a:cubicBezTo>
                    <a:pt x="37211" y="85852"/>
                    <a:pt x="31750" y="84709"/>
                    <a:pt x="26543" y="82550"/>
                  </a:cubicBezTo>
                  <a:cubicBezTo>
                    <a:pt x="21336" y="80391"/>
                    <a:pt x="16510" y="77089"/>
                    <a:pt x="12573" y="73152"/>
                  </a:cubicBezTo>
                  <a:cubicBezTo>
                    <a:pt x="8636" y="69215"/>
                    <a:pt x="5461" y="64516"/>
                    <a:pt x="3302" y="59182"/>
                  </a:cubicBezTo>
                  <a:cubicBezTo>
                    <a:pt x="1143" y="53848"/>
                    <a:pt x="0" y="48514"/>
                    <a:pt x="0" y="42926"/>
                  </a:cubicBezTo>
                  <a:cubicBezTo>
                    <a:pt x="0" y="37338"/>
                    <a:pt x="1143" y="31623"/>
                    <a:pt x="3302" y="26416"/>
                  </a:cubicBezTo>
                  <a:cubicBezTo>
                    <a:pt x="5461" y="21209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175"/>
                  </a:cubicBezTo>
                  <a:cubicBezTo>
                    <a:pt x="31623" y="889"/>
                    <a:pt x="37211" y="0"/>
                    <a:pt x="42926" y="0"/>
                  </a:cubicBezTo>
                  <a:cubicBezTo>
                    <a:pt x="48641" y="0"/>
                    <a:pt x="54102" y="1016"/>
                    <a:pt x="59309" y="3175"/>
                  </a:cubicBezTo>
                  <a:cubicBezTo>
                    <a:pt x="64516" y="5334"/>
                    <a:pt x="69215" y="8509"/>
                    <a:pt x="73152" y="12446"/>
                  </a:cubicBezTo>
                  <a:cubicBezTo>
                    <a:pt x="77089" y="16383"/>
                    <a:pt x="80264" y="21082"/>
                    <a:pt x="82423" y="26289"/>
                  </a:cubicBezTo>
                  <a:cubicBezTo>
                    <a:pt x="84582" y="31496"/>
                    <a:pt x="85725" y="36957"/>
                    <a:pt x="85725" y="42672"/>
                  </a:cubicBezTo>
                  <a:close/>
                </a:path>
              </a:pathLst>
            </a:custGeom>
            <a:solidFill>
              <a:srgbClr val="4A5568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778830" y="2750741"/>
            <a:ext cx="12700315" cy="63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3714" u="sng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2" tooltip="https://kr.misumi-ec.com/tech-info/categories/machine_design/md05/g0041.html"/>
              </a:rPr>
              <a:t>미</a:t>
            </a:r>
            <a:r>
              <a:rPr lang="en-US" sz="3714" u="sng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3" tooltip="https://kr.misumi-ec.com/tech-info/categories/machine_design/md05/g0041.html"/>
              </a:rPr>
              <a:t>스미 — 볼 베어링 조립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63857" y="3414330"/>
            <a:ext cx="10262923" cy="7985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1"/>
              </a:lnSpc>
            </a:pPr>
            <a:r>
              <a:rPr lang="en-US" sz="2874" u="sng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4" tooltip="https://kr.misumi-ec.com/tech-info/categories/technical_data/td01/a0198.html"/>
              </a:rPr>
              <a:t>미스미</a:t>
            </a:r>
            <a:r>
              <a:rPr lang="en-US" sz="2874" u="sng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5" tooltip="https://kr.misumi-ec.com/tech-info/categories/technical_data/td01/a0198.html"/>
              </a:rPr>
              <a:t> — 볼트 체결토크·초기 체결력</a:t>
            </a:r>
          </a:p>
          <a:p>
            <a:pPr algn="l">
              <a:lnSpc>
                <a:spcPts val="4911"/>
              </a:lnSpc>
            </a:pPr>
            <a:r>
              <a:rPr lang="en-US" sz="2874" u="sng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6" tooltip="https://www.controleng.com/high-resolution-monitoring-speeds-bearing-press-fitting"/>
              </a:rPr>
              <a:t>Control Engineering — 베어링 압입의 힘–변위 감시</a:t>
            </a:r>
          </a:p>
          <a:p>
            <a:pPr algn="l">
              <a:lnSpc>
                <a:spcPts val="4911"/>
              </a:lnSpc>
            </a:pPr>
            <a:r>
              <a:rPr lang="en-US" sz="2874" u="sng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7" tooltip="https://en.nabtesco.de/fileadmin/05_downloads/01_betriebsanleitungen/RV-E_C_Original_series_Operation_Manual.pdf"/>
              </a:rPr>
              <a:t>Nabtesco — RV 감속기 운영 매뉴얼</a:t>
            </a:r>
          </a:p>
          <a:p>
            <a:pPr algn="l">
              <a:lnSpc>
                <a:spcPts val="4911"/>
              </a:lnSpc>
            </a:pPr>
            <a:r>
              <a:rPr lang="en-US" sz="2874" u="sng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8" tooltip="https://www.globaloring.com/oil-seal-installation-guide/"/>
              </a:rPr>
              <a:t>Global O-Ring — 오일 씰 설치 가이드</a:t>
            </a:r>
          </a:p>
          <a:p>
            <a:pPr algn="l">
              <a:lnSpc>
                <a:spcPts val="4911"/>
              </a:lnSpc>
            </a:pPr>
            <a:r>
              <a:rPr lang="en-US" sz="2874" u="sng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9" tooltip="https://youtu.be/VtlmBDTg52Y"/>
              </a:rPr>
              <a:t>본시스템즈 — 로봇 감속기 조립 영상</a:t>
            </a:r>
          </a:p>
          <a:p>
            <a:pPr algn="l">
              <a:lnSpc>
                <a:spcPts val="4911"/>
              </a:lnSpc>
            </a:pPr>
            <a:r>
              <a:rPr lang="en-US" sz="2874" u="sng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10" tooltip="https://www.youtube.com/watch?v=oL0mSa4wGnI"/>
              </a:rPr>
              <a:t>Bonsystems Global — BSR 080 감속기 조립 과정 (조립 순서 참고) </a:t>
            </a:r>
            <a:r>
              <a:rPr lang="en-US" sz="2874" u="sng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11" tooltip="https://en.bonsystems.com/product/reducer/cycloidal-reducer-bsr-series/"/>
              </a:rPr>
              <a:t>본시스템즈 — BSR 시리즈 사양 · 공개 CAD (BSR070 외형)</a:t>
            </a:r>
          </a:p>
          <a:p>
            <a:pPr algn="l">
              <a:lnSpc>
                <a:spcPts val="4911"/>
              </a:lnSpc>
            </a:pPr>
            <a:r>
              <a:rPr lang="en-US" sz="2874" u="sng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12" tooltip="https://www.chinesestandard.net/PDF-EN/GBT43200-2023EN-P08P-H6686H-281170.pdf"/>
              </a:rPr>
              <a:t>GB/T 43200-2023 — 로봇 관절 시험 방법 (미리보기)</a:t>
            </a:r>
          </a:p>
          <a:p>
            <a:pPr algn="l">
              <a:lnSpc>
                <a:spcPts val="4911"/>
              </a:lnSpc>
            </a:pPr>
            <a:r>
              <a:rPr lang="en-US" sz="2874" u="sng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13" tooltip="https://www.marketresearch.com/LP-Information-Inc-v4134/"/>
              </a:rPr>
              <a:t>LP Information, Inc.보고서 요약</a:t>
            </a:r>
            <a:r>
              <a:rPr lang="en-US" sz="2874" u="sng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14" tooltip="https://www.irobotnews.com/news/articleView.html?idxno=45407"/>
              </a:rPr>
              <a:t>·원문 영어, 번역 캡처(2026.7.10)</a:t>
            </a:r>
          </a:p>
          <a:p>
            <a:pPr algn="l">
              <a:lnSpc>
                <a:spcPts val="4911"/>
              </a:lnSpc>
            </a:pPr>
            <a:r>
              <a:rPr lang="en-US" sz="2874" u="sng">
                <a:solidFill>
                  <a:srgbClr val="4A5568"/>
                </a:solidFill>
                <a:latin typeface="IBM Plex Sans KR"/>
                <a:ea typeface="IBM Plex Sans KR"/>
                <a:cs typeface="IBM Plex Sans KR"/>
                <a:sym typeface="IBM Plex Sans KR"/>
                <a:hlinkClick r:id="rId15" tooltip="https://www.globaloring.com/oil-seal-installation-guide/"/>
              </a:rPr>
              <a:t>Global O-Ring — 오일 씰 설치 가이드</a:t>
            </a:r>
          </a:p>
          <a:p>
            <a:pPr algn="l">
              <a:lnSpc>
                <a:spcPts val="4911"/>
              </a:lnSpc>
            </a:pPr>
          </a:p>
          <a:p>
            <a:pPr algn="l">
              <a:lnSpc>
                <a:spcPts val="4911"/>
              </a:lnSpc>
            </a:pPr>
          </a:p>
          <a:p>
            <a:pPr algn="l">
              <a:lnSpc>
                <a:spcPts val="4911"/>
              </a:lnSpc>
            </a:pP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10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35480" y="2931224"/>
            <a:ext cx="9085278" cy="427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9"/>
              </a:lnSpc>
            </a:pPr>
            <a:r>
              <a:rPr lang="en-US" b="true" sz="24999">
                <a:solidFill>
                  <a:srgbClr val="F6F8FB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Q&amp;A</a:t>
            </a:r>
            <a:r>
              <a:rPr lang="en-US" sz="24999">
                <a:solidFill>
                  <a:srgbClr val="BFD0E3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538339" y="7087629"/>
            <a:ext cx="4720961" cy="2170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17"/>
              </a:lnSpc>
            </a:pPr>
            <a:r>
              <a:rPr lang="en-US" b="true" sz="12369" i="true">
                <a:solidFill>
                  <a:srgbClr val="24456E"/>
                </a:solidFill>
                <a:latin typeface="IBM Plex Sans KR Bold"/>
                <a:ea typeface="IBM Plex Sans KR Bold"/>
                <a:cs typeface="IBM Plex Sans KR Bold"/>
                <a:sym typeface="IBM Plex Sans KR Bold"/>
              </a:rPr>
              <a:t>KFKA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DAHXNnPOTU8</dc:identifier>
  <dcterms:modified xsi:type="dcterms:W3CDTF">2011-08-01T06:04:30Z</dcterms:modified>
  <cp:revision>1</cp:revision>
  <dc:title>로봇 액추에이터 자동화</dc:title>
</cp:coreProperties>
</file>